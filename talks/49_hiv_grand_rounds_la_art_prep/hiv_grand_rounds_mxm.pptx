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78" r:id="rId4"/>
    <p:sldMasterId id="2147483943" r:id="rId5"/>
  </p:sldMasterIdLst>
  <p:notesMasterIdLst>
    <p:notesMasterId r:id="rId12"/>
  </p:notesMasterIdLst>
  <p:handoutMasterIdLst>
    <p:handoutMasterId r:id="rId13"/>
  </p:handoutMasterIdLst>
  <p:sldIdLst>
    <p:sldId id="256" r:id="rId11"/>
    <p:sldId id="257" r:id="rId10"/>
    <p:sldId id="258" r:id="rId9"/>
    <p:sldId id="259" r:id="rId8"/>
    <p:sldId id="260" r:id="rId7"/>
    <p:sldId id="261" r:id="rId6"/>
    <p:sldId id="262" r:id="rId18"/>
    <p:sldId id="263" r:id="rId19"/>
    <p:sldId id="264" r:id="rId20"/>
    <p:sldId id="265" r:id="rId21"/>
    <p:sldId id="266" r:id="rId22"/>
    <p:sldId id="267" r:id="rId23"/>
    <p:sldId id="268" r:id="rId24"/>
    <p:sldId id="269" r:id="rId25"/>
    <p:sldId id="270" r:id="rId26"/>
    <p:sldId id="271" r:id="rId27"/>
    <p:sldId id="272" r:id="rId28"/>
    <p:sldId id="273" r:id="rId29"/>
    <p:sldId id="274" r:id="rId30"/>
    <p:sldId id="275" r:id="rId31"/>
    <p:sldId id="276" r:id="rId32"/>
    <p:sldId id="277" r:id="rId33"/>
    <p:sldId id="278" r:id="rId34"/>
    <p:sldId id="279" r:id="rId35"/>
  </p:sldIdLst>
  <p:sldSz cx="9144000" cy="5143500" type="screen16x9"/>
  <p:notesSz cx="68580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89" userDrawn="1">
          <p15:clr>
            <a:srgbClr val="A4A3A4"/>
          </p15:clr>
        </p15:guide>
        <p15:guide id="2" orient="horz" pos="2608" userDrawn="1">
          <p15:clr>
            <a:srgbClr val="A4A3A4"/>
          </p15:clr>
        </p15:guide>
        <p15:guide id="3" orient="horz" pos="3024" userDrawn="1">
          <p15:clr>
            <a:srgbClr val="A4A3A4"/>
          </p15:clr>
        </p15:guide>
        <p15:guide id="4" orient="horz" pos="1637" userDrawn="1">
          <p15:clr>
            <a:srgbClr val="A4A3A4"/>
          </p15:clr>
        </p15:guide>
        <p15:guide id="5" orient="horz" pos="215" userDrawn="1">
          <p15:clr>
            <a:srgbClr val="A4A3A4"/>
          </p15:clr>
        </p15:guide>
        <p15:guide id="6" orient="horz" pos="1103" userDrawn="1">
          <p15:clr>
            <a:srgbClr val="A4A3A4"/>
          </p15:clr>
        </p15:guide>
        <p15:guide id="7" orient="horz" pos="401" userDrawn="1">
          <p15:clr>
            <a:srgbClr val="A4A3A4"/>
          </p15:clr>
        </p15:guide>
        <p15:guide id="8" orient="horz" pos="2954" userDrawn="1">
          <p15:clr>
            <a:srgbClr val="A4A3A4"/>
          </p15:clr>
        </p15:guide>
        <p15:guide id="9" orient="horz" pos="173" userDrawn="1">
          <p15:clr>
            <a:srgbClr val="A4A3A4"/>
          </p15:clr>
        </p15:guide>
        <p15:guide id="10" pos="175" userDrawn="1">
          <p15:clr>
            <a:srgbClr val="A4A3A4"/>
          </p15:clr>
        </p15:guide>
        <p15:guide id="11" pos="5590" userDrawn="1">
          <p15:clr>
            <a:srgbClr val="A4A3A4"/>
          </p15:clr>
        </p15:guide>
        <p15:guide id="12" pos="2880" userDrawn="1">
          <p15:clr>
            <a:srgbClr val="A4A3A4"/>
          </p15:clr>
        </p15:guide>
        <p15:guide id="13" pos="776" userDrawn="1">
          <p15:clr>
            <a:srgbClr val="A4A3A4"/>
          </p15:clr>
        </p15:guide>
        <p15:guide id="14" pos="1411" userDrawn="1">
          <p15:clr>
            <a:srgbClr val="A4A3A4"/>
          </p15:clr>
        </p15:guide>
        <p15:guide id="15" pos="5287" userDrawn="1">
          <p15:clr>
            <a:srgbClr val="A4A3A4"/>
          </p15:clr>
        </p15:guide>
        <p15:guide id="16" pos="346" userDrawn="1">
          <p15:clr>
            <a:srgbClr val="A4A3A4"/>
          </p15:clr>
        </p15:guide>
        <p15:guide id="17" pos="4090" userDrawn="1">
          <p15:clr>
            <a:srgbClr val="A4A3A4"/>
          </p15:clr>
        </p15:guide>
      </p15:sldGuideLst>
    </p:ext>
    <p:ext uri="{2D200454-40CA-4A62-9FC3-DE9A4176ACB9}">
      <p15:notesGuideLst xmlns:p15="http://schemas.microsoft.com/office/powerpoint/2012/main">
        <p15:guide id="1" orient="horz" pos="2592" userDrawn="1">
          <p15:clr>
            <a:srgbClr val="A4A3A4"/>
          </p15:clr>
        </p15:guide>
        <p15:guide id="2" orient="horz" pos="5542" userDrawn="1">
          <p15:clr>
            <a:srgbClr val="A4A3A4"/>
          </p15:clr>
        </p15:guide>
        <p15:guide id="3" orient="horz" pos="5777" userDrawn="1">
          <p15:clr>
            <a:srgbClr val="A4A3A4"/>
          </p15:clr>
        </p15:guide>
        <p15:guide id="4" pos="286" userDrawn="1">
          <p15:clr>
            <a:srgbClr val="A4A3A4"/>
          </p15:clr>
        </p15:guide>
        <p15:guide id="5" pos="4033"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C62D0"/>
    <a:srgbClr val="052049"/>
    <a:srgbClr val="90BD31"/>
    <a:srgbClr val="18A3AC"/>
    <a:srgbClr val="178CCB"/>
    <a:srgbClr val="000000"/>
    <a:srgbClr val="EC1848"/>
    <a:srgbClr val="F48024"/>
    <a:srgbClr val="E8E7DE"/>
    <a:srgbClr val="F5F0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229" autoAdjust="0"/>
    <p:restoredTop sz="86392" autoAdjust="0"/>
  </p:normalViewPr>
  <p:slideViewPr>
    <p:cSldViewPr snapToGrid="0" showGuides="1">
      <p:cViewPr varScale="1">
        <p:scale>
          <a:sx n="101" d="100"/>
          <a:sy n="101" d="100"/>
        </p:scale>
        <p:origin x="200" y="472"/>
      </p:cViewPr>
      <p:guideLst>
        <p:guide orient="horz" pos="789"/>
        <p:guide orient="horz" pos="2608"/>
        <p:guide orient="horz" pos="3024"/>
        <p:guide orient="horz" pos="1637"/>
        <p:guide orient="horz" pos="215"/>
        <p:guide orient="horz" pos="1103"/>
        <p:guide orient="horz" pos="401"/>
        <p:guide orient="horz" pos="2954"/>
        <p:guide orient="horz" pos="173"/>
        <p:guide pos="175"/>
        <p:guide pos="5590"/>
        <p:guide pos="2880"/>
        <p:guide pos="776"/>
        <p:guide pos="1411"/>
        <p:guide pos="5287"/>
        <p:guide pos="346"/>
        <p:guide pos="4090"/>
      </p:guideLst>
    </p:cSldViewPr>
  </p:slideViewPr>
  <p:outlineViewPr>
    <p:cViewPr>
      <p:scale>
        <a:sx n="33" d="100"/>
        <a:sy n="33" d="100"/>
      </p:scale>
      <p:origin x="0" y="0"/>
    </p:cViewPr>
  </p:outlineViewPr>
  <p:notesTextViewPr>
    <p:cViewPr>
      <p:scale>
        <a:sx n="3" d="2"/>
        <a:sy n="3" d="2"/>
      </p:scale>
      <p:origin x="0" y="0"/>
    </p:cViewPr>
  </p:notesTextViewPr>
  <p:sorterViewPr>
    <p:cViewPr>
      <p:scale>
        <a:sx n="71" d="100"/>
        <a:sy n="71" d="100"/>
      </p:scale>
      <p:origin x="0" y="0"/>
    </p:cViewPr>
  </p:sorterViewPr>
  <p:notesViewPr>
    <p:cSldViewPr snapToGrid="0">
      <p:cViewPr>
        <p:scale>
          <a:sx n="108" d="100"/>
          <a:sy n="108" d="100"/>
        </p:scale>
        <p:origin x="2576" y="-240"/>
      </p:cViewPr>
      <p:guideLst>
        <p:guide orient="horz" pos="2592"/>
        <p:guide orient="horz" pos="5542"/>
        <p:guide orient="horz" pos="5777"/>
        <p:guide pos="286"/>
        <p:guide pos="4033"/>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 Target="slides/slide6.xml"/><Relationship Id="rId7" Type="http://schemas.openxmlformats.org/officeDocument/2006/relationships/slide" Target="slides/slide5.xml"/><Relationship Id="rId8" Type="http://schemas.openxmlformats.org/officeDocument/2006/relationships/slide" Target="slides/slide4.xml"/><Relationship Id="rId9" Type="http://schemas.openxmlformats.org/officeDocument/2006/relationships/slide" Target="slides/slide3.xml"/><Relationship Id="rId10" Type="http://schemas.openxmlformats.org/officeDocument/2006/relationships/slide" Target="slides/slide2.xml"/><Relationship Id="rId11" Type="http://schemas.openxmlformats.org/officeDocument/2006/relationships/slide" Target="slides/slide1.xml"/><Relationship Id="rId12" Type="http://schemas.openxmlformats.org/officeDocument/2006/relationships/notesMaster" Target="notesMasters/notesMaster1.xml"/><Relationship Id="rId13" Type="http://schemas.openxmlformats.org/officeDocument/2006/relationships/handoutMaster" Target="handoutMasters/handout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slide" Target="slides/slide7.xml"/><Relationship Id="rId19" Type="http://schemas.openxmlformats.org/officeDocument/2006/relationships/slide" Target="slides/slide8.xml"/><Relationship Id="rId20" Type="http://schemas.openxmlformats.org/officeDocument/2006/relationships/slide" Target="slides/slide9.xml"/><Relationship Id="rId21" Type="http://schemas.openxmlformats.org/officeDocument/2006/relationships/slide" Target="slides/slide10.xml"/><Relationship Id="rId22" Type="http://schemas.openxmlformats.org/officeDocument/2006/relationships/slide" Target="slides/slide11.xml"/><Relationship Id="rId23" Type="http://schemas.openxmlformats.org/officeDocument/2006/relationships/slide" Target="slides/slide12.xml"/><Relationship Id="rId24" Type="http://schemas.openxmlformats.org/officeDocument/2006/relationships/slide" Target="slides/slide13.xml"/><Relationship Id="rId25" Type="http://schemas.openxmlformats.org/officeDocument/2006/relationships/slide" Target="slides/slide14.xml"/><Relationship Id="rId26" Type="http://schemas.openxmlformats.org/officeDocument/2006/relationships/slide" Target="slides/slide15.xml"/><Relationship Id="rId27" Type="http://schemas.openxmlformats.org/officeDocument/2006/relationships/slide" Target="slides/slide16.xml"/><Relationship Id="rId28" Type="http://schemas.openxmlformats.org/officeDocument/2006/relationships/slide" Target="slides/slide17.xml"/><Relationship Id="rId29" Type="http://schemas.openxmlformats.org/officeDocument/2006/relationships/slide" Target="slides/slide18.xml"/><Relationship Id="rId30" Type="http://schemas.openxmlformats.org/officeDocument/2006/relationships/slide" Target="slides/slide19.xml"/><Relationship Id="rId31" Type="http://schemas.openxmlformats.org/officeDocument/2006/relationships/slide" Target="slides/slide20.xml"/><Relationship Id="rId32" Type="http://schemas.openxmlformats.org/officeDocument/2006/relationships/slide" Target="slides/slide21.xml"/><Relationship Id="rId33" Type="http://schemas.openxmlformats.org/officeDocument/2006/relationships/slide" Target="slides/slide22.xml"/><Relationship Id="rId34" Type="http://schemas.openxmlformats.org/officeDocument/2006/relationships/slide" Target="slides/slide23.xml"/><Relationship Id="rId35" Type="http://schemas.openxmlformats.org/officeDocument/2006/relationships/slide" Target="slides/slide2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23.emf"/></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cxnSp>
        <p:nvCxnSpPr>
          <p:cNvPr id="44" name="Straight Connector 43"/>
          <p:cNvCxnSpPr/>
          <p:nvPr/>
        </p:nvCxnSpPr>
        <p:spPr>
          <a:xfrm>
            <a:off x="455585" y="8795705"/>
            <a:ext cx="59436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48" name="Slide Number Placeholder 6"/>
          <p:cNvSpPr>
            <a:spLocks noGrp="1"/>
          </p:cNvSpPr>
          <p:nvPr>
            <p:ph type="sldNum" sz="quarter" idx="3"/>
          </p:nvPr>
        </p:nvSpPr>
        <p:spPr>
          <a:xfrm>
            <a:off x="403350" y="8880855"/>
            <a:ext cx="281232" cy="105317"/>
          </a:xfrm>
          <a:prstGeom prst="rect">
            <a:avLst/>
          </a:prstGeom>
        </p:spPr>
        <p:txBody>
          <a:bodyPr vert="horz" wrap="square" lIns="0" tIns="0" rIns="0" bIns="0" rtlCol="0" anchor="b" anchorCtr="0"/>
          <a:lstStyle>
            <a:lvl1pPr marL="0" algn="l" defTabSz="914400" rtl="0" eaLnBrk="1" latinLnBrk="0" hangingPunct="1">
              <a:defRPr lang="en-US" sz="800" kern="1200" smtClean="0">
                <a:solidFill>
                  <a:schemeClr val="tx1"/>
                </a:solidFill>
                <a:latin typeface="+mn-lt"/>
                <a:ea typeface="+mn-ea"/>
                <a:cs typeface="+mn-cs"/>
              </a:defRPr>
            </a:lvl1pPr>
          </a:lstStyle>
          <a:p>
            <a:pPr algn="r"/>
            <a:fld id="{111E5896-917A-4035-A860-408E1EC3CD51}" type="slidenum">
              <a:rPr lang="en-US">
                <a:solidFill>
                  <a:srgbClr val="052049"/>
                </a:solidFill>
                <a:latin typeface="Arial" panose="020B0604020202020204" pitchFamily="34" charset="0"/>
                <a:cs typeface="Arial" panose="020B0604020202020204" pitchFamily="34" charset="0"/>
              </a:rPr>
              <a:pPr algn="r"/>
              <a:t>‹#›</a:t>
            </a:fld>
            <a:endParaRPr lang="en-US" dirty="0">
              <a:solidFill>
                <a:srgbClr val="052049"/>
              </a:solidFill>
              <a:latin typeface="Arial" panose="020B0604020202020204" pitchFamily="34" charset="0"/>
              <a:cs typeface="Arial" panose="020B0604020202020204" pitchFamily="34" charset="0"/>
            </a:endParaRPr>
          </a:p>
        </p:txBody>
      </p:sp>
      <p:pic>
        <p:nvPicPr>
          <p:cNvPr id="20" name="Picture 7"/>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5802407" y="8866372"/>
            <a:ext cx="599982" cy="2911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Footer Placeholder 3"/>
          <p:cNvSpPr>
            <a:spLocks noGrp="1"/>
          </p:cNvSpPr>
          <p:nvPr>
            <p:ph type="ftr" sz="quarter" idx="2"/>
          </p:nvPr>
        </p:nvSpPr>
        <p:spPr>
          <a:xfrm>
            <a:off x="636536" y="8821324"/>
            <a:ext cx="2971800" cy="131586"/>
          </a:xfrm>
          <a:prstGeom prst="rect">
            <a:avLst/>
          </a:prstGeom>
        </p:spPr>
        <p:txBody>
          <a:bodyPr vert="horz" lIns="91440" tIns="45720" rIns="91440" bIns="45720" rtlCol="0" anchor="t"/>
          <a:lstStyle>
            <a:lvl1pPr algn="l">
              <a:defRPr sz="1200"/>
            </a:lvl1pPr>
          </a:lstStyle>
          <a:p>
            <a:r>
              <a:rPr lang="en-US" sz="800" dirty="0">
                <a:solidFill>
                  <a:srgbClr val="052049"/>
                </a:solidFill>
                <a:latin typeface="Arial" panose="020B0604020202020204" pitchFamily="34" charset="0"/>
              </a:rPr>
              <a:t>| [footer text here]</a:t>
            </a:r>
          </a:p>
        </p:txBody>
      </p:sp>
    </p:spTree>
    <p:extLst>
      <p:ext uri="{BB962C8B-B14F-4D97-AF65-F5344CB8AC3E}">
        <p14:creationId xmlns:p14="http://schemas.microsoft.com/office/powerpoint/2010/main" val="1828329429"/>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23.emf"/></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412750" y="400050"/>
            <a:ext cx="6197600" cy="3486150"/>
          </a:xfrm>
          <a:prstGeom prst="rect">
            <a:avLst/>
          </a:prstGeom>
          <a:noFill/>
          <a:ln w="12700">
            <a:solidFill>
              <a:prstClr val="black"/>
            </a:solidFill>
          </a:ln>
        </p:spPr>
        <p:txBody>
          <a:bodyPr vert="horz" lIns="93177" tIns="46589" rIns="93177" bIns="46589" rtlCol="0" anchor="ctr"/>
          <a:lstStyle/>
          <a:p>
            <a:endParaRPr lang="en-US" dirty="0"/>
          </a:p>
        </p:txBody>
      </p:sp>
      <p:sp>
        <p:nvSpPr>
          <p:cNvPr id="5" name="Notes Placeholder 4"/>
          <p:cNvSpPr>
            <a:spLocks noGrp="1"/>
          </p:cNvSpPr>
          <p:nvPr>
            <p:ph type="body" sz="quarter" idx="3"/>
          </p:nvPr>
        </p:nvSpPr>
        <p:spPr>
          <a:xfrm>
            <a:off x="441268" y="4080297"/>
            <a:ext cx="5961120" cy="448056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cxnSp>
        <p:nvCxnSpPr>
          <p:cNvPr id="29" name="Straight Connector 28"/>
          <p:cNvCxnSpPr/>
          <p:nvPr/>
        </p:nvCxnSpPr>
        <p:spPr>
          <a:xfrm>
            <a:off x="455585" y="8795705"/>
            <a:ext cx="59436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pic>
        <p:nvPicPr>
          <p:cNvPr id="30"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02407" y="8866372"/>
            <a:ext cx="599982" cy="2911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Slide Number Placeholder 6"/>
          <p:cNvSpPr>
            <a:spLocks noGrp="1"/>
          </p:cNvSpPr>
          <p:nvPr>
            <p:ph type="sldNum" sz="quarter" idx="5"/>
          </p:nvPr>
        </p:nvSpPr>
        <p:spPr>
          <a:xfrm>
            <a:off x="403350" y="8880855"/>
            <a:ext cx="281232" cy="105317"/>
          </a:xfrm>
          <a:prstGeom prst="rect">
            <a:avLst/>
          </a:prstGeom>
        </p:spPr>
        <p:txBody>
          <a:bodyPr vert="horz" wrap="square" lIns="0" tIns="0" rIns="0" bIns="0" rtlCol="0" anchor="b" anchorCtr="0"/>
          <a:lstStyle>
            <a:lvl1pPr marL="0" algn="l" defTabSz="914400" rtl="0" eaLnBrk="1" latinLnBrk="0" hangingPunct="1">
              <a:defRPr lang="en-US" sz="800" b="0" i="0" kern="1200" smtClean="0">
                <a:solidFill>
                  <a:schemeClr val="tx1"/>
                </a:solidFill>
                <a:latin typeface="Arial" panose="020B0604020202020204" pitchFamily="34" charset="0"/>
                <a:ea typeface="+mn-ea"/>
                <a:cs typeface="Arial" panose="020B0604020202020204" pitchFamily="34" charset="0"/>
              </a:defRPr>
            </a:lvl1pPr>
          </a:lstStyle>
          <a:p>
            <a:pPr algn="r"/>
            <a:fld id="{111E5896-917A-4035-A860-408E1EC3CD51}" type="slidenum">
              <a:rPr lang="en-US" smtClean="0">
                <a:solidFill>
                  <a:srgbClr val="052049"/>
                </a:solidFill>
              </a:rPr>
              <a:pPr algn="r"/>
              <a:t>‹#›</a:t>
            </a:fld>
            <a:endParaRPr lang="en-US" dirty="0">
              <a:solidFill>
                <a:srgbClr val="052049"/>
              </a:solidFill>
            </a:endParaRPr>
          </a:p>
        </p:txBody>
      </p:sp>
      <p:sp>
        <p:nvSpPr>
          <p:cNvPr id="10" name="Footer Placeholder 3"/>
          <p:cNvSpPr>
            <a:spLocks noGrp="1"/>
          </p:cNvSpPr>
          <p:nvPr>
            <p:ph type="ftr" sz="quarter" idx="4"/>
          </p:nvPr>
        </p:nvSpPr>
        <p:spPr>
          <a:xfrm>
            <a:off x="636536" y="8821324"/>
            <a:ext cx="2971800" cy="131586"/>
          </a:xfrm>
          <a:prstGeom prst="rect">
            <a:avLst/>
          </a:prstGeom>
        </p:spPr>
        <p:txBody>
          <a:bodyPr vert="horz" lIns="91440" tIns="45720" rIns="91440" bIns="45720" rtlCol="0" anchor="t"/>
          <a:lstStyle>
            <a:lvl1pPr algn="l">
              <a:defRPr sz="1200" b="0" i="0">
                <a:latin typeface="Arial" panose="020B0604020202020204" pitchFamily="34" charset="0"/>
              </a:defRPr>
            </a:lvl1pPr>
          </a:lstStyle>
          <a:p>
            <a:r>
              <a:rPr lang="en-US" sz="800" dirty="0">
                <a:solidFill>
                  <a:srgbClr val="052049"/>
                </a:solidFill>
              </a:rPr>
              <a:t>| [footer text here]</a:t>
            </a:r>
          </a:p>
        </p:txBody>
      </p:sp>
      <p:sp>
        <p:nvSpPr>
          <p:cNvPr id="2" name="Date Placeholder 1"/>
          <p:cNvSpPr>
            <a:spLocks noGrp="1"/>
          </p:cNvSpPr>
          <p:nvPr>
            <p:ph type="dt" idx="1"/>
          </p:nvPr>
        </p:nvSpPr>
        <p:spPr>
          <a:xfrm>
            <a:off x="3884613" y="3"/>
            <a:ext cx="2971800" cy="466725"/>
          </a:xfrm>
          <a:prstGeom prst="rect">
            <a:avLst/>
          </a:prstGeom>
        </p:spPr>
        <p:txBody>
          <a:bodyPr vert="horz" lIns="91440" tIns="45720" rIns="91440" bIns="45720" rtlCol="0"/>
          <a:lstStyle>
            <a:lvl1pPr algn="r">
              <a:defRPr sz="1200" b="0" i="0">
                <a:latin typeface="Arial" panose="020B0604020202020204" pitchFamily="34" charset="0"/>
              </a:defRPr>
            </a:lvl1pPr>
          </a:lstStyle>
          <a:p>
            <a:fld id="{EF798EC2-7587-174C-8F9B-BEC1CFBF2B9A}" type="datetimeFigureOut">
              <a:rPr lang="en-US" smtClean="0"/>
              <a:pPr/>
              <a:t>1/5/22</a:t>
            </a:fld>
            <a:endParaRPr lang="en-US" dirty="0"/>
          </a:p>
        </p:txBody>
      </p:sp>
    </p:spTree>
    <p:extLst>
      <p:ext uri="{BB962C8B-B14F-4D97-AF65-F5344CB8AC3E}">
        <p14:creationId xmlns:p14="http://schemas.microsoft.com/office/powerpoint/2010/main" val="450748310"/>
      </p:ext>
    </p:extLst>
  </p:cSld>
  <p:clrMap bg1="lt1" tx1="dk1" bg2="lt2" tx2="dk2" accent1="accent1" accent2="accent2" accent3="accent3" accent4="accent4" accent5="accent5" accent6="accent6" hlink="hlink" folHlink="folHlink"/>
  <p:hf hdr="0" dt="0"/>
  <p:notesStyle>
    <a:lvl1pPr marL="114300" indent="-114300" algn="l" defTabSz="914400" rtl="0" eaLnBrk="1" latinLnBrk="0" hangingPunct="1">
      <a:spcBef>
        <a:spcPts val="800"/>
      </a:spcBef>
      <a:buClr>
        <a:srgbClr val="178CCB"/>
      </a:buClr>
      <a:buFont typeface="Arial" pitchFamily="34" charset="0"/>
      <a:buChar char="•"/>
      <a:defRPr sz="1200" b="0" i="0" kern="1200">
        <a:solidFill>
          <a:srgbClr val="052049"/>
        </a:solidFill>
        <a:latin typeface="Arial" panose="020B0604020202020204" pitchFamily="34" charset="0"/>
        <a:ea typeface="+mn-ea"/>
        <a:cs typeface="Arial" panose="020B0604020202020204" pitchFamily="34" charset="0"/>
      </a:defRPr>
    </a:lvl1pPr>
    <a:lvl2pPr marL="285750" indent="-112713" algn="l" defTabSz="914400" rtl="0" eaLnBrk="1" latinLnBrk="0" hangingPunct="1">
      <a:spcBef>
        <a:spcPts val="200"/>
      </a:spcBef>
      <a:buClr>
        <a:srgbClr val="178CCB"/>
      </a:buClr>
      <a:buFont typeface="Arial" pitchFamily="34" charset="0"/>
      <a:buChar char="•"/>
      <a:defRPr sz="1100" b="0" i="0" kern="1200">
        <a:solidFill>
          <a:srgbClr val="052049"/>
        </a:solidFill>
        <a:latin typeface="Arial" panose="020B0604020202020204" pitchFamily="34" charset="0"/>
        <a:ea typeface="+mn-ea"/>
        <a:cs typeface="Arial" panose="020B0604020202020204" pitchFamily="34" charset="0"/>
      </a:defRPr>
    </a:lvl2pPr>
    <a:lvl3pPr marL="403225" indent="-117475" algn="l" defTabSz="914400" rtl="0" eaLnBrk="1" latinLnBrk="0" hangingPunct="1">
      <a:spcBef>
        <a:spcPts val="200"/>
      </a:spcBef>
      <a:buClr>
        <a:srgbClr val="178CCB"/>
      </a:buClr>
      <a:buFont typeface="Arial" pitchFamily="34" charset="0"/>
      <a:buChar char="•"/>
      <a:defRPr sz="1050" b="0" i="0" kern="1200">
        <a:solidFill>
          <a:srgbClr val="052049"/>
        </a:solidFill>
        <a:latin typeface="Arial" panose="020B0604020202020204" pitchFamily="34" charset="0"/>
        <a:ea typeface="+mn-ea"/>
        <a:cs typeface="Arial" panose="020B0604020202020204" pitchFamily="34" charset="0"/>
      </a:defRPr>
    </a:lvl3pPr>
    <a:lvl4pPr marL="569913" indent="-112713" algn="l" defTabSz="914400" rtl="0" eaLnBrk="1" latinLnBrk="0" hangingPunct="1">
      <a:spcBef>
        <a:spcPts val="200"/>
      </a:spcBef>
      <a:buClr>
        <a:srgbClr val="178CCB"/>
      </a:buClr>
      <a:buFont typeface="Arial" pitchFamily="34" charset="0"/>
      <a:buChar char="•"/>
      <a:defRPr sz="1050" b="0" i="0" kern="1200">
        <a:solidFill>
          <a:srgbClr val="052049"/>
        </a:solidFill>
        <a:latin typeface="Arial" panose="020B0604020202020204" pitchFamily="34" charset="0"/>
        <a:ea typeface="+mn-ea"/>
        <a:cs typeface="Arial" panose="020B0604020202020204" pitchFamily="34" charset="0"/>
      </a:defRPr>
    </a:lvl4pPr>
    <a:lvl5pPr marL="457200" indent="114300" algn="l" defTabSz="914400" rtl="0" eaLnBrk="1" latinLnBrk="0" hangingPunct="1">
      <a:buFont typeface="Arial" pitchFamily="34" charset="0"/>
      <a:buChar char="•"/>
      <a:defRPr sz="1050" kern="1200">
        <a:solidFill>
          <a:schemeClr val="tx1"/>
        </a:solidFill>
        <a:latin typeface="+mn-lt"/>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Thanks Stephen for that overview. I'm going to walk through our LA-ART and LA-PrEP data, then we'll get into four patient cases. I've got some polls set up -- pull out your phones for those.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this is who we're serving. Thirty-four patients since November 2021. The majority are people with active methamphetamine use, serious mental illness, and unstable housing. Most had detectable virus when we started -- and most of those had been viremic for years. These are not people who were already doing well on oral ART.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Seven hundred and forty-seven injection visits. The vast majority happen at the clinic, but we're doing about 17% in the field -- shelters, syringe access programs, mobile outreach. Ninety-three percent on time. And the headline: 100% virally suppressed. Every single one of our 34 patients has an undetectable viral load at last follow-up. Median time on therapy is over two years. We've also successfully transferred 9 patients to new primary care homes -- this isn't meant to be forever for everyone.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a head-to-head comparison from our manuscript in preparation. Among 128 people with HIV at MXM, the LA-ART group had 100% suppression -- both ever and at last follow-up. Oral ART was 72% ever suppressed and only 56% at last check. But -- and this is critical -- these groups are not randomized. We selected LA-ART patients specifically because we could find them reliably and they understood the injection commitment. So the gap reflects both the intervention and the selection. This is not a randomized trial.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LA-PrEP -- sixty-eight prescribed, fifty-two initiated. Ninety percent retained at three months, which is actually remarkable for this population. Two seroconversions, and both happened during prolonged lapses in coverage -- not during imperfect dosing. That's the key message here: continuity of coverage matters more than protocol perfection. We lost our gift card incentives for about 6 months -- that almost certainly explains some of the retention drop. We're planning to write that up. One additional seroconversion happened after a patient transferred to TWUHC -- not ours to present formally, but worth knowing about.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Alright, cases. Four patients. Get your phones out for Poll Everywhere. Patient 1 is published as Patient B in our Open Forum Infectious Diseases paper.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Patient 1. Forty-nine years old, living in an SRO in the Tenderloin. HIV since 2010. Schizophrenia, bipolar, psychosis -- not interested in psychiatric medications. No cell phone. He'd been through four oral regimens, couldn't stick with any of them. When he walked into MXM it was his third visit in three months -- the first time he'd been consistently showing up anywhere in years. The key thing to know about his resistance: Y181C gives him high-level RPV resistance. M184V. But no INSTI mutations -- so CAB is still active.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Pull up Poll Everywhere. Would you start this patient on LA-ART? And if so, what regimen?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answer is D. Drop RPV -- he has high-level resistance. Start CAB monthly and add lenacapavir every six months. LEN gives you a second active agent from a completely different drug class. If he lapses -- and in this population, lapses happen -- LEN protects the INSTI class while CAB levels drop. And that's exactly what happened. Fourteen months of success -- every injection on time, viral load undetectable. Then he disappeared. Turns out he biked over 300 miles to another city. Came back 10 weeks after his last CAB was due. Four weeks after his last LEN was due. And he wanted to restart.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Poll 2. He's standing in front of you right now. You've drawn labs. What do you do TODAY? No single correct answer here -- this is a genuine discussion question.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His viral load came back undetectable. Ten weeks late for CAB and he was still suppressed. Two teaching points. First -- the low-barrier philosophy. He's a guy who bikes 300 miles on a whim. If we'd sent him away to wait for labs, we might not see him for another three months. You act when the patient is in front of you. Second -- why was he still suppressed? LEN has a longer PK tail than CAB. When CAB dropped to subtherapeutic levels, LEN was likely still working. Different mechanism -- capsid inhibitor versus integrase inhibitor. Without LEN in this regimen, I'm almost certain he would have developed INSTI resistance during that 10-week gap.</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He's disappeared again. Eleven weeks since his last CAB. But he's still within the LEN window. We think he's over 3,000 miles away based on a Care Everywhere ED note. He's the only patient in our cohort who's LTFU. The silver lining -- if he develops resistance, it's more likely to be LEN resistance than INSTI resistance. And LEN resistance mutations confer very low viral fitness. The bigger question I want to raise: should LEN plus CAB/RPV be the default for patients at high LTFU risk? We've seen at least two other patients started on CAB/RPV alone at other counties who showed up at MXM months later with new INSTI resistance. That's devastating. LEN might have prevented it. The downside -- LEN is a painful subcutaneous injection, harder to administer than IM CAB/RPV.</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Patient 2. Some of you may remember this case from Grand Rounds last year. This is an update.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Patient 2 was started on Cabenuva at another clinic before transferring to MXM. At baseline he had NNRTI mutations -- K103N, V108I -- but no INSTI mutations. He initially suppressed, but at dose 6 his viral load bounced to 37,000. Before the genotype came back, we added LEN -- reasoning that he likely had resistance to one class but probably not both, so LEN would give us approximately two active agents. The genotype was worse than expected -- high-level resistance to both CAB and RPV. We stopped CAB/RPV and prescribed oral ART, but he told us flat out he cannot take pills. He disengaged. Effectively on LEN monotherapy. Then at week 38 he comes back for an abscess -- totally unrelated to HIV care -- and his viral load is undetectable. On what was functionally LEN monotherapy for months, including about 10 weeks where LEN was likely subtherapeutic. We restarted everything at week 42.</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of today, Patient 2 has been on this regimen for about 195 weeks total. Eighty-eight more weeks of suppression since the restart. No viremia. He's still getting CAB/RPV despite high-level resistance to both drugs -- we keep it as a hedge. I want to be very clear: this is one patient. He could be an outlier. This is not an endorsement of LEN monotherapy as a strategy. But the biology is interesting -- LEN resistance mutations appear to devastate viral fitness, down to about 1.5% of wild-type replication. I honestly don't fully understand why this is holding. If anyone in this room wants to talk pharmacology after, I'd genuinely welcome that.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Patient 3 is interesting because he's not our patient. He showed up.</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Patient 3 is street homeless, recently relocated from another county about four hours away. He was doing well on q8-week Cabenuva at his home clinic -- all injections on time. He got admitted to ZSFG for a skin infection, the hospital tried to give him his Cabenuva dose but he left AMA before they could. He shows up at MXM two weeks later for wound care -- not for HIV. Via Care Everywhere we can see his last Cabenuva was 10 weeks ago. He's two weeks overdue. His last labs from the hospital a month ago showed undetectable viral load, CD4 670. He won't do labs today. Won't take oral ART. Won't go back to his home county. But he'll take an injection right now if we can do it.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single right answer. What would you do? He's only two weeks past his due date. His last VL was undetectable a month ago -- but a month ago, not two weeks ago, and that distinction matters. What we actually did on visit 1: C. We helped him get phone resources and made a deal -- come back, do labs, and we'll give you the injection same day.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 came back a week later. Now 22 days overdue -- worse than before. He agreed to labs if we'd guarantee the injection same day. We used one of our two emergency Cabenuva doses -- obtained through the 403B Emergency ART program, not regular supply. I still don't know if this was the right call. We didn't want to set a precedent. If he'd developed resistance during the lapse, that injection is functional monotherapy. But the alternative was sending him away with nothing, and he was at extremely high risk of INSTI resistance if we didn't treat. Ask me next year.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 case. This one is an open question. I'm genuinely asking for your input.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Patient 4. Fifty-two years old, street homeless, CD4 less than 35. He's had PCP, Strep bacteremia with empyema, septic shock, cardiac tamponade from a pericardial effusion -- and a cardiac arrest. He threw his oral meds away. But recently he's been interested in LA-ART.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clinical dilemma: his pericardial disease was incompletely treated. It was presumed infectious but never definitively characterized, and it's not TB. If we start ART and his immune system reconstitutes, could IRIS trigger a new pericardial effusion and tamponade? The literature says pericardial IRIS is recognized but extremely rare. His CrAg is negative, which is reassuring. And his recent CT shows no current effusion. But at a CD4 of 35, the biggest risk might be NOT treating.</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 poll. What would you do? I'm leaning toward E right now -- if we could get him on a long-acting antipsychotic like paliperidone palmitate, his engagement and decision-making might improve enough to safely initiate ART with close monitoring. But I fully acknowledge the danger of delay at a CD4 of 35. Oral options are pharmacologically reasonable but this is a man who tells you to your face that he throws the medicine away. If we go LA-ART, the argument for adding LEN is strong -- high LTFU risk, M184V on genotype. I genuinely don't know the right answer here. I'd welcome your thoughts.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takeaways. One -- LA-ART works, 100% suppression, but it takes a team, outreach nurses, street medicine, showing up at SROs and shelters. Two -- lenacapavir may be the most important harm reduction tool we have for protecting the INSTI class at a population level. Three -- when someone is standing in front of you, that IS the window. Don't close it waiting for labs. Four -- we're encountering genuinely novel clinical territory with IRIS and pericardial disease that nobody has written about. And five -- humility. These cases don't have clean endings. That's the point.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 Id="rId3"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eg"/><Relationship Id="rId3" Type="http://schemas.openxmlformats.org/officeDocument/2006/relationships/image" Target="../media/image7.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jpeg"/><Relationship Id="rId3" Type="http://schemas.openxmlformats.org/officeDocument/2006/relationships/image" Target="../media/image7.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jpeg"/><Relationship Id="rId3" Type="http://schemas.openxmlformats.org/officeDocument/2006/relationships/image" Target="../media/image7.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jpeg"/><Relationship Id="rId3" Type="http://schemas.openxmlformats.org/officeDocument/2006/relationships/image" Target="../media/image7.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jpeg"/><Relationship Id="rId3" Type="http://schemas.openxmlformats.org/officeDocument/2006/relationships/image" Target="../media/image7.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jpeg"/><Relationship Id="rId3" Type="http://schemas.openxmlformats.org/officeDocument/2006/relationships/image" Target="../media/image7.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jpe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emf"/><Relationship Id="rId3" Type="http://schemas.openxmlformats.org/officeDocument/2006/relationships/image" Target="../media/image17.jpeg"/><Relationship Id="rId4" Type="http://schemas.openxmlformats.org/officeDocument/2006/relationships/image" Target="../media/image18.jpe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emf"/><Relationship Id="rId3" Type="http://schemas.openxmlformats.org/officeDocument/2006/relationships/image" Target="../media/image19.jpeg"/><Relationship Id="rId4" Type="http://schemas.openxmlformats.org/officeDocument/2006/relationships/image" Target="../media/image20.jpe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emf"/><Relationship Id="rId3" Type="http://schemas.openxmlformats.org/officeDocument/2006/relationships/image" Target="../media/image21.jpeg"/><Relationship Id="rId4" Type="http://schemas.openxmlformats.org/officeDocument/2006/relationships/image" Target="../media/image22.jpe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 White">
    <p:spTree>
      <p:nvGrpSpPr>
        <p:cNvPr id="1" name=""/>
        <p:cNvGrpSpPr/>
        <p:nvPr/>
      </p:nvGrpSpPr>
      <p:grpSpPr>
        <a:xfrm>
          <a:off x="0" y="0"/>
          <a:ext cx="0" cy="0"/>
          <a:chOff x="0" y="0"/>
          <a:chExt cx="0" cy="0"/>
        </a:xfrm>
      </p:grpSpPr>
      <p:sp>
        <p:nvSpPr>
          <p:cNvPr id="2" name="Rectangle 1"/>
          <p:cNvSpPr/>
          <p:nvPr userDrawn="1"/>
        </p:nvSpPr>
        <p:spPr bwMode="auto">
          <a:xfrm>
            <a:off x="159026" y="4323522"/>
            <a:ext cx="8984974" cy="819978"/>
          </a:xfrm>
          <a:prstGeom prst="rect">
            <a:avLst/>
          </a:prstGeom>
          <a:solidFill>
            <a:schemeClr val="bg1"/>
          </a:solidFill>
          <a:ln w="19050" algn="ctr">
            <a:noFill/>
            <a:miter lim="800000"/>
            <a:headEnd/>
            <a:tailEnd/>
          </a:ln>
        </p:spPr>
        <p:txBody>
          <a:bodyPr wrap="none" rtlCol="0" anchor="ctr"/>
          <a:lstStyle/>
          <a:p>
            <a:pPr algn="ctr">
              <a:lnSpc>
                <a:spcPct val="90000"/>
              </a:lnSpc>
            </a:pPr>
            <a:endParaRPr lang="en-US" sz="1600" b="0" i="0" dirty="0" err="1">
              <a:solidFill>
                <a:schemeClr val="bg1"/>
              </a:solidFill>
              <a:latin typeface="Arial" panose="020B0604020202020204" pitchFamily="34" charset="0"/>
            </a:endParaRPr>
          </a:p>
        </p:txBody>
      </p:sp>
      <p:sp>
        <p:nvSpPr>
          <p:cNvPr id="22" name="Title 15"/>
          <p:cNvSpPr>
            <a:spLocks noGrp="1"/>
          </p:cNvSpPr>
          <p:nvPr>
            <p:ph type="title" hasCustomPrompt="1"/>
          </p:nvPr>
        </p:nvSpPr>
        <p:spPr>
          <a:xfrm>
            <a:off x="299201" y="1878497"/>
            <a:ext cx="6141359" cy="1311963"/>
          </a:xfrm>
        </p:spPr>
        <p:txBody>
          <a:bodyPr anchor="b">
            <a:noAutofit/>
          </a:bodyPr>
          <a:lstStyle>
            <a:lvl1pPr>
              <a:defRPr sz="3600" b="0" i="0" baseline="0">
                <a:solidFill>
                  <a:schemeClr val="tx1"/>
                </a:solidFill>
                <a:latin typeface="+mj-lt"/>
                <a:ea typeface="Helvetica Neue" panose="02000503000000020004" pitchFamily="2" charset="0"/>
                <a:cs typeface="Arial" panose="020B0604020202020204" pitchFamily="34" charset="0"/>
              </a:defRPr>
            </a:lvl1pPr>
          </a:lstStyle>
          <a:p>
            <a:r>
              <a:rPr lang="en-US" dirty="0"/>
              <a:t>Title Here</a:t>
            </a:r>
          </a:p>
        </p:txBody>
      </p:sp>
      <p:sp>
        <p:nvSpPr>
          <p:cNvPr id="23" name="Date Placeholder 4"/>
          <p:cNvSpPr>
            <a:spLocks noGrp="1"/>
          </p:cNvSpPr>
          <p:nvPr>
            <p:ph type="dt" sz="half" idx="2"/>
          </p:nvPr>
        </p:nvSpPr>
        <p:spPr>
          <a:xfrm>
            <a:off x="319200" y="4616419"/>
            <a:ext cx="1925338" cy="178955"/>
          </a:xfrm>
          <a:prstGeom prst="rect">
            <a:avLst/>
          </a:prstGeom>
        </p:spPr>
        <p:txBody>
          <a:bodyPr vert="horz" wrap="square" lIns="91440" tIns="0" rIns="91440" bIns="0" rtlCol="0" anchor="b" anchorCtr="0">
            <a:noAutofit/>
          </a:bodyPr>
          <a:lstStyle>
            <a:lvl1pPr algn="l">
              <a:defRPr sz="1200" b="0" i="0">
                <a:solidFill>
                  <a:schemeClr val="tx1"/>
                </a:solidFill>
                <a:latin typeface="Arial" panose="020B0604020202020204" pitchFamily="34" charset="0"/>
                <a:ea typeface="Helvetica Neue" panose="02000503000000020004" pitchFamily="2" charset="0"/>
                <a:cs typeface="Arial" panose="020B0604020202020204" pitchFamily="34" charset="0"/>
              </a:defRPr>
            </a:lvl1pPr>
          </a:lstStyle>
          <a:p>
            <a:fld id="{BF4F3DE7-6199-1D49-861E-64DB4D5C4E94}" type="datetime1">
              <a:rPr lang="en-US" smtClean="0"/>
              <a:t>1/5/22</a:t>
            </a:fld>
            <a:endParaRPr lang="en-US" dirty="0"/>
          </a:p>
        </p:txBody>
      </p:sp>
      <p:sp>
        <p:nvSpPr>
          <p:cNvPr id="24" name="Text Placeholder 2"/>
          <p:cNvSpPr>
            <a:spLocks noGrp="1"/>
          </p:cNvSpPr>
          <p:nvPr>
            <p:ph type="body" sz="quarter" idx="10" hasCustomPrompt="1"/>
          </p:nvPr>
        </p:nvSpPr>
        <p:spPr>
          <a:xfrm>
            <a:off x="317595" y="4102257"/>
            <a:ext cx="4191461" cy="426719"/>
          </a:xfrm>
          <a:prstGeom prst="rect">
            <a:avLst/>
          </a:prstGeom>
        </p:spPr>
        <p:txBody>
          <a:bodyPr vert="horz" wrap="square" lIns="91440" tIns="0" rIns="91440" bIns="0" rtlCol="0" anchor="b" anchorCtr="0">
            <a:noAutofit/>
          </a:bodyPr>
          <a:lstStyle>
            <a:lvl1pPr marL="0" indent="0">
              <a:lnSpc>
                <a:spcPct val="100000"/>
              </a:lnSpc>
              <a:spcBef>
                <a:spcPts val="0"/>
              </a:spcBef>
              <a:spcAft>
                <a:spcPts val="0"/>
              </a:spcAft>
              <a:buNone/>
              <a:defRPr lang="en-US" sz="1600" b="0" i="0" baseline="0" dirty="0" smtClean="0">
                <a:solidFill>
                  <a:schemeClr val="tx1"/>
                </a:solidFill>
                <a:latin typeface="Arial" panose="020B0604020202020204" pitchFamily="34" charset="0"/>
                <a:ea typeface="Helvetica Neue" panose="02000503000000020004" pitchFamily="2" charset="0"/>
                <a:cs typeface="Arial" panose="020B0604020202020204" pitchFamily="34" charset="0"/>
              </a:defRPr>
            </a:lvl1pPr>
            <a:lvl2pPr>
              <a:defRPr lang="en-US" sz="1800" dirty="0" smtClean="0">
                <a:latin typeface="+mn-lt"/>
              </a:defRPr>
            </a:lvl2pPr>
            <a:lvl3pPr>
              <a:defRPr lang="en-US" sz="1800" dirty="0" smtClean="0">
                <a:latin typeface="+mn-lt"/>
              </a:defRPr>
            </a:lvl3pPr>
            <a:lvl4pPr>
              <a:defRPr lang="en-US" sz="1800" dirty="0" smtClean="0">
                <a:latin typeface="+mn-lt"/>
              </a:defRPr>
            </a:lvl4pPr>
            <a:lvl5pPr>
              <a:defRPr lang="en-US" sz="1800" dirty="0">
                <a:latin typeface="+mn-lt"/>
              </a:defRPr>
            </a:lvl5pPr>
          </a:lstStyle>
          <a:p>
            <a:pPr marL="0" lvl="0"/>
            <a:r>
              <a:rPr lang="en-US" dirty="0"/>
              <a:t>Presenter’s Name</a:t>
            </a:r>
          </a:p>
        </p:txBody>
      </p:sp>
      <p:sp>
        <p:nvSpPr>
          <p:cNvPr id="25" name="Text Placeholder 3"/>
          <p:cNvSpPr>
            <a:spLocks noGrp="1"/>
          </p:cNvSpPr>
          <p:nvPr>
            <p:ph type="body" sz="quarter" idx="15" hasCustomPrompt="1"/>
          </p:nvPr>
        </p:nvSpPr>
        <p:spPr>
          <a:xfrm>
            <a:off x="302816" y="3185161"/>
            <a:ext cx="6147682" cy="508220"/>
          </a:xfrm>
          <a:prstGeom prst="rect">
            <a:avLst/>
          </a:prstGeom>
        </p:spPr>
        <p:txBody>
          <a:bodyPr>
            <a:noAutofit/>
          </a:bodyPr>
          <a:lstStyle>
            <a:lvl1pPr marL="0" indent="0" algn="l">
              <a:lnSpc>
                <a:spcPct val="100000"/>
              </a:lnSpc>
              <a:buNone/>
              <a:defRPr sz="1600" b="0" i="0">
                <a:solidFill>
                  <a:schemeClr val="tx1"/>
                </a:solidFill>
                <a:latin typeface="Arial" panose="020B0604020202020204" pitchFamily="34" charset="0"/>
                <a:ea typeface="Helvetica Neue" panose="02000503000000020004" pitchFamily="2" charset="0"/>
                <a:cs typeface="Arial" panose="020B0604020202020204" pitchFamily="34" charset="0"/>
              </a:defRPr>
            </a:lvl1pPr>
            <a:lvl2pPr marL="230181" indent="0">
              <a:lnSpc>
                <a:spcPct val="100000"/>
              </a:lnSpc>
              <a:buNone/>
              <a:defRPr i="1">
                <a:latin typeface="+mn-lt"/>
              </a:defRPr>
            </a:lvl2pPr>
            <a:lvl3pPr marL="515924" indent="0">
              <a:lnSpc>
                <a:spcPct val="100000"/>
              </a:lnSpc>
              <a:buNone/>
              <a:defRPr i="1">
                <a:latin typeface="+mn-lt"/>
              </a:defRPr>
            </a:lvl3pPr>
            <a:lvl4pPr marL="800080" indent="0">
              <a:lnSpc>
                <a:spcPct val="100000"/>
              </a:lnSpc>
              <a:buNone/>
              <a:defRPr i="1">
                <a:latin typeface="+mn-lt"/>
              </a:defRPr>
            </a:lvl4pPr>
            <a:lvl5pPr marL="1085823" indent="0">
              <a:lnSpc>
                <a:spcPct val="100000"/>
              </a:lnSpc>
              <a:buNone/>
              <a:defRPr i="1">
                <a:latin typeface="+mn-lt"/>
              </a:defRPr>
            </a:lvl5pPr>
          </a:lstStyle>
          <a:p>
            <a:pPr lvl="0"/>
            <a:r>
              <a:rPr lang="en-US" dirty="0"/>
              <a:t>Optional Subhead here</a:t>
            </a:r>
          </a:p>
        </p:txBody>
      </p:sp>
      <p:pic>
        <p:nvPicPr>
          <p:cNvPr id="9" name="Picture 8">
            <a:extLst>
              <a:ext uri="{FF2B5EF4-FFF2-40B4-BE49-F238E27FC236}">
                <a16:creationId xmlns:a16="http://schemas.microsoft.com/office/drawing/2014/main" id="{CD6E86BC-86E1-5542-94C0-5EFA09348BD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28221" y="380904"/>
            <a:ext cx="3729712" cy="734998"/>
          </a:xfrm>
          <a:prstGeom prst="rect">
            <a:avLst/>
          </a:prstGeom>
        </p:spPr>
      </p:pic>
    </p:spTree>
    <p:extLst>
      <p:ext uri="{BB962C8B-B14F-4D97-AF65-F5344CB8AC3E}">
        <p14:creationId xmlns:p14="http://schemas.microsoft.com/office/powerpoint/2010/main" val="176307353"/>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 Teal">
    <p:bg>
      <p:bgPr>
        <a:solidFill>
          <a:schemeClr val="accent2"/>
        </a:solidFill>
        <a:effectLst/>
      </p:bgPr>
    </p:bg>
    <p:spTree>
      <p:nvGrpSpPr>
        <p:cNvPr id="1" name=""/>
        <p:cNvGrpSpPr/>
        <p:nvPr/>
      </p:nvGrpSpPr>
      <p:grpSpPr>
        <a:xfrm>
          <a:off x="0" y="0"/>
          <a:ext cx="0" cy="0"/>
          <a:chOff x="0" y="0"/>
          <a:chExt cx="0" cy="0"/>
        </a:xfrm>
      </p:grpSpPr>
      <p:sp>
        <p:nvSpPr>
          <p:cNvPr id="2" name="Rectangle 1"/>
          <p:cNvSpPr/>
          <p:nvPr userDrawn="1"/>
        </p:nvSpPr>
        <p:spPr bwMode="auto">
          <a:xfrm>
            <a:off x="159026" y="4323522"/>
            <a:ext cx="8984974" cy="819978"/>
          </a:xfrm>
          <a:prstGeom prst="rect">
            <a:avLst/>
          </a:prstGeom>
          <a:solidFill>
            <a:schemeClr val="accent2"/>
          </a:solidFill>
          <a:ln w="19050" algn="ctr">
            <a:noFill/>
            <a:miter lim="800000"/>
            <a:headEnd/>
            <a:tailEnd/>
          </a:ln>
        </p:spPr>
        <p:txBody>
          <a:bodyPr wrap="none" rtlCol="0" anchor="ctr"/>
          <a:lstStyle/>
          <a:p>
            <a:pPr algn="ctr">
              <a:lnSpc>
                <a:spcPct val="90000"/>
              </a:lnSpc>
            </a:pPr>
            <a:endParaRPr lang="en-US" sz="1600" b="0" i="0" dirty="0" err="1">
              <a:solidFill>
                <a:schemeClr val="bg1"/>
              </a:solidFill>
              <a:latin typeface="Arial" panose="020B0604020202020204" pitchFamily="34" charset="0"/>
            </a:endParaRPr>
          </a:p>
        </p:txBody>
      </p:sp>
      <p:sp>
        <p:nvSpPr>
          <p:cNvPr id="15" name="Date Placeholder 4"/>
          <p:cNvSpPr>
            <a:spLocks noGrp="1"/>
          </p:cNvSpPr>
          <p:nvPr>
            <p:ph type="dt" sz="half" idx="2"/>
          </p:nvPr>
        </p:nvSpPr>
        <p:spPr>
          <a:xfrm>
            <a:off x="319200" y="4616419"/>
            <a:ext cx="1925338" cy="178955"/>
          </a:xfrm>
          <a:prstGeom prst="rect">
            <a:avLst/>
          </a:prstGeom>
        </p:spPr>
        <p:txBody>
          <a:bodyPr vert="horz" wrap="square" lIns="91440" tIns="0" rIns="91440" bIns="0" rtlCol="0" anchor="b" anchorCtr="0">
            <a:noAutofit/>
          </a:bodyPr>
          <a:lstStyle>
            <a:lvl1pPr algn="l">
              <a:defRPr sz="1200" b="0" i="0">
                <a:solidFill>
                  <a:schemeClr val="tx1"/>
                </a:solidFill>
                <a:latin typeface="Arial" panose="020B0604020202020204" pitchFamily="34" charset="0"/>
                <a:ea typeface="Helvetica Neue" panose="02000503000000020004" pitchFamily="2" charset="0"/>
                <a:cs typeface="Arial" panose="020B0604020202020204" pitchFamily="34" charset="0"/>
              </a:defRPr>
            </a:lvl1pPr>
          </a:lstStyle>
          <a:p>
            <a:fld id="{910420AF-A8F2-8440-A54A-61FDF6D6E63F}" type="datetime1">
              <a:rPr lang="en-US" smtClean="0"/>
              <a:t>1/5/22</a:t>
            </a:fld>
            <a:endParaRPr lang="en-US" dirty="0"/>
          </a:p>
        </p:txBody>
      </p:sp>
      <p:sp>
        <p:nvSpPr>
          <p:cNvPr id="17" name="Text Placeholder 3"/>
          <p:cNvSpPr>
            <a:spLocks noGrp="1"/>
          </p:cNvSpPr>
          <p:nvPr>
            <p:ph type="body" sz="quarter" idx="15" hasCustomPrompt="1"/>
          </p:nvPr>
        </p:nvSpPr>
        <p:spPr>
          <a:xfrm>
            <a:off x="302816" y="3185161"/>
            <a:ext cx="6147682" cy="508220"/>
          </a:xfrm>
          <a:prstGeom prst="rect">
            <a:avLst/>
          </a:prstGeom>
        </p:spPr>
        <p:txBody>
          <a:bodyPr>
            <a:noAutofit/>
          </a:bodyPr>
          <a:lstStyle>
            <a:lvl1pPr marL="0" indent="0" algn="l">
              <a:lnSpc>
                <a:spcPct val="100000"/>
              </a:lnSpc>
              <a:buNone/>
              <a:defRPr sz="1600" b="0" i="0">
                <a:solidFill>
                  <a:schemeClr val="tx1"/>
                </a:solidFill>
                <a:latin typeface="Arial" panose="020B0604020202020204" pitchFamily="34" charset="0"/>
                <a:ea typeface="Helvetica Neue" panose="02000503000000020004" pitchFamily="2" charset="0"/>
                <a:cs typeface="Arial" panose="020B0604020202020204" pitchFamily="34" charset="0"/>
              </a:defRPr>
            </a:lvl1pPr>
            <a:lvl2pPr marL="230181" indent="0">
              <a:lnSpc>
                <a:spcPct val="100000"/>
              </a:lnSpc>
              <a:buNone/>
              <a:defRPr i="1">
                <a:latin typeface="+mn-lt"/>
              </a:defRPr>
            </a:lvl2pPr>
            <a:lvl3pPr marL="515924" indent="0">
              <a:lnSpc>
                <a:spcPct val="100000"/>
              </a:lnSpc>
              <a:buNone/>
              <a:defRPr i="1">
                <a:latin typeface="+mn-lt"/>
              </a:defRPr>
            </a:lvl3pPr>
            <a:lvl4pPr marL="800080" indent="0">
              <a:lnSpc>
                <a:spcPct val="100000"/>
              </a:lnSpc>
              <a:buNone/>
              <a:defRPr i="1">
                <a:latin typeface="+mn-lt"/>
              </a:defRPr>
            </a:lvl4pPr>
            <a:lvl5pPr marL="1085823" indent="0">
              <a:lnSpc>
                <a:spcPct val="100000"/>
              </a:lnSpc>
              <a:buNone/>
              <a:defRPr i="1">
                <a:latin typeface="+mn-lt"/>
              </a:defRPr>
            </a:lvl5pPr>
          </a:lstStyle>
          <a:p>
            <a:pPr lvl="0"/>
            <a:r>
              <a:rPr lang="en-US" dirty="0"/>
              <a:t>Optional Subhead here</a:t>
            </a:r>
          </a:p>
        </p:txBody>
      </p:sp>
      <p:sp>
        <p:nvSpPr>
          <p:cNvPr id="10" name="Text Placeholder 2"/>
          <p:cNvSpPr>
            <a:spLocks noGrp="1"/>
          </p:cNvSpPr>
          <p:nvPr>
            <p:ph type="body" sz="quarter" idx="10" hasCustomPrompt="1"/>
          </p:nvPr>
        </p:nvSpPr>
        <p:spPr>
          <a:xfrm>
            <a:off x="317595" y="4102257"/>
            <a:ext cx="4191461" cy="426719"/>
          </a:xfrm>
          <a:prstGeom prst="rect">
            <a:avLst/>
          </a:prstGeom>
        </p:spPr>
        <p:txBody>
          <a:bodyPr vert="horz" wrap="square" lIns="91440" tIns="0" rIns="91440" bIns="0" rtlCol="0" anchor="b" anchorCtr="0">
            <a:noAutofit/>
          </a:bodyPr>
          <a:lstStyle>
            <a:lvl1pPr marL="0" indent="0">
              <a:lnSpc>
                <a:spcPct val="100000"/>
              </a:lnSpc>
              <a:spcBef>
                <a:spcPts val="0"/>
              </a:spcBef>
              <a:spcAft>
                <a:spcPts val="0"/>
              </a:spcAft>
              <a:buNone/>
              <a:defRPr lang="en-US" sz="1600" b="0" i="0" baseline="0" dirty="0" smtClean="0">
                <a:solidFill>
                  <a:schemeClr val="tx1"/>
                </a:solidFill>
                <a:latin typeface="Arial" panose="020B0604020202020204" pitchFamily="34" charset="0"/>
                <a:ea typeface="Helvetica Neue" panose="02000503000000020004" pitchFamily="2" charset="0"/>
                <a:cs typeface="Arial" panose="020B0604020202020204" pitchFamily="34" charset="0"/>
              </a:defRPr>
            </a:lvl1pPr>
            <a:lvl2pPr>
              <a:defRPr lang="en-US" sz="1800" dirty="0" smtClean="0">
                <a:latin typeface="+mn-lt"/>
              </a:defRPr>
            </a:lvl2pPr>
            <a:lvl3pPr>
              <a:defRPr lang="en-US" sz="1800" dirty="0" smtClean="0">
                <a:latin typeface="+mn-lt"/>
              </a:defRPr>
            </a:lvl3pPr>
            <a:lvl4pPr>
              <a:defRPr lang="en-US" sz="1800" dirty="0" smtClean="0">
                <a:latin typeface="+mn-lt"/>
              </a:defRPr>
            </a:lvl4pPr>
            <a:lvl5pPr>
              <a:defRPr lang="en-US" sz="1800" dirty="0">
                <a:latin typeface="+mn-lt"/>
              </a:defRPr>
            </a:lvl5pPr>
          </a:lstStyle>
          <a:p>
            <a:pPr marL="0" lvl="0"/>
            <a:r>
              <a:rPr lang="en-US" dirty="0"/>
              <a:t>Presenter’s Name</a:t>
            </a:r>
          </a:p>
        </p:txBody>
      </p:sp>
      <p:sp>
        <p:nvSpPr>
          <p:cNvPr id="11" name="Title 15">
            <a:extLst>
              <a:ext uri="{FF2B5EF4-FFF2-40B4-BE49-F238E27FC236}">
                <a16:creationId xmlns:a16="http://schemas.microsoft.com/office/drawing/2014/main" id="{A8F50CE7-BE49-DF46-A309-403467331352}"/>
              </a:ext>
            </a:extLst>
          </p:cNvPr>
          <p:cNvSpPr>
            <a:spLocks noGrp="1"/>
          </p:cNvSpPr>
          <p:nvPr>
            <p:ph type="title" hasCustomPrompt="1"/>
          </p:nvPr>
        </p:nvSpPr>
        <p:spPr>
          <a:xfrm>
            <a:off x="299201" y="1878497"/>
            <a:ext cx="6141359" cy="1311963"/>
          </a:xfrm>
        </p:spPr>
        <p:txBody>
          <a:bodyPr anchor="b">
            <a:noAutofit/>
          </a:bodyPr>
          <a:lstStyle>
            <a:lvl1pPr>
              <a:defRPr sz="3600" b="0" i="0" baseline="0">
                <a:solidFill>
                  <a:schemeClr val="tx1"/>
                </a:solidFill>
                <a:latin typeface="Garamond" panose="02020404030301010803" pitchFamily="18" charset="0"/>
                <a:ea typeface="Helvetica Neue" panose="02000503000000020004" pitchFamily="2" charset="0"/>
                <a:cs typeface="Arial" panose="020B0604020202020204" pitchFamily="34" charset="0"/>
              </a:defRPr>
            </a:lvl1pPr>
          </a:lstStyle>
          <a:p>
            <a:r>
              <a:rPr lang="en-US" dirty="0"/>
              <a:t>Title Here</a:t>
            </a:r>
          </a:p>
        </p:txBody>
      </p:sp>
      <p:grpSp>
        <p:nvGrpSpPr>
          <p:cNvPr id="8" name="Group 7">
            <a:extLst>
              <a:ext uri="{FF2B5EF4-FFF2-40B4-BE49-F238E27FC236}">
                <a16:creationId xmlns:a16="http://schemas.microsoft.com/office/drawing/2014/main" id="{7A67939F-0818-8948-8252-798A7289B124}"/>
              </a:ext>
            </a:extLst>
          </p:cNvPr>
          <p:cNvGrpSpPr/>
          <p:nvPr userDrawn="1"/>
        </p:nvGrpSpPr>
        <p:grpSpPr>
          <a:xfrm>
            <a:off x="428221" y="377845"/>
            <a:ext cx="3729712" cy="735176"/>
            <a:chOff x="784276" y="216786"/>
            <a:chExt cx="3819176" cy="752810"/>
          </a:xfrm>
        </p:grpSpPr>
        <p:pic>
          <p:nvPicPr>
            <p:cNvPr id="9" name="Picture 8">
              <a:extLst>
                <a:ext uri="{FF2B5EF4-FFF2-40B4-BE49-F238E27FC236}">
                  <a16:creationId xmlns:a16="http://schemas.microsoft.com/office/drawing/2014/main" id="{88B5F241-D7A0-5A46-9072-5E7A3FCE1BD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84276" y="216786"/>
              <a:ext cx="3819176" cy="752810"/>
            </a:xfrm>
            <a:prstGeom prst="rect">
              <a:avLst/>
            </a:prstGeom>
          </p:spPr>
        </p:pic>
        <p:cxnSp>
          <p:nvCxnSpPr>
            <p:cNvPr id="12" name="Straight Connector 11">
              <a:extLst>
                <a:ext uri="{FF2B5EF4-FFF2-40B4-BE49-F238E27FC236}">
                  <a16:creationId xmlns:a16="http://schemas.microsoft.com/office/drawing/2014/main" id="{E1E52EAF-958E-2C48-AE0A-B23E7BE81037}"/>
                </a:ext>
              </a:extLst>
            </p:cNvPr>
            <p:cNvCxnSpPr/>
            <p:nvPr userDrawn="1"/>
          </p:nvCxnSpPr>
          <p:spPr>
            <a:xfrm>
              <a:off x="1924755" y="216786"/>
              <a:ext cx="0" cy="752810"/>
            </a:xfrm>
            <a:prstGeom prst="line">
              <a:avLst/>
            </a:prstGeom>
            <a:ln w="2540">
              <a:solidFill>
                <a:schemeClr val="tx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530420784"/>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 Blue">
    <p:bg>
      <p:bgPr>
        <a:solidFill>
          <a:schemeClr val="bg1"/>
        </a:solidFill>
        <a:effectLst/>
      </p:bgPr>
    </p:bg>
    <p:spTree>
      <p:nvGrpSpPr>
        <p:cNvPr id="1" name=""/>
        <p:cNvGrpSpPr/>
        <p:nvPr/>
      </p:nvGrpSpPr>
      <p:grpSpPr>
        <a:xfrm>
          <a:off x="0" y="0"/>
          <a:ext cx="0" cy="0"/>
          <a:chOff x="0" y="0"/>
          <a:chExt cx="0" cy="0"/>
        </a:xfrm>
      </p:grpSpPr>
      <p:sp>
        <p:nvSpPr>
          <p:cNvPr id="2" name="Rectangle 1"/>
          <p:cNvSpPr/>
          <p:nvPr userDrawn="1"/>
        </p:nvSpPr>
        <p:spPr bwMode="auto">
          <a:xfrm>
            <a:off x="159026" y="4323522"/>
            <a:ext cx="8984974" cy="819978"/>
          </a:xfrm>
          <a:prstGeom prst="rect">
            <a:avLst/>
          </a:prstGeom>
          <a:solidFill>
            <a:schemeClr val="bg1"/>
          </a:solidFill>
          <a:ln w="19050" algn="ctr">
            <a:noFill/>
            <a:miter lim="800000"/>
            <a:headEnd/>
            <a:tailEnd/>
          </a:ln>
        </p:spPr>
        <p:txBody>
          <a:bodyPr wrap="none" rtlCol="0" anchor="ctr"/>
          <a:lstStyle/>
          <a:p>
            <a:pPr algn="ctr">
              <a:lnSpc>
                <a:spcPct val="90000"/>
              </a:lnSpc>
            </a:pPr>
            <a:endParaRPr lang="en-US" sz="1600" b="0" i="0" dirty="0" err="1">
              <a:solidFill>
                <a:schemeClr val="bg1"/>
              </a:solidFill>
              <a:latin typeface="Arial" panose="020B0604020202020204" pitchFamily="34" charset="0"/>
            </a:endParaRPr>
          </a:p>
        </p:txBody>
      </p:sp>
      <p:sp>
        <p:nvSpPr>
          <p:cNvPr id="14" name="Title 15"/>
          <p:cNvSpPr>
            <a:spLocks noGrp="1"/>
          </p:cNvSpPr>
          <p:nvPr>
            <p:ph type="title" hasCustomPrompt="1"/>
          </p:nvPr>
        </p:nvSpPr>
        <p:spPr>
          <a:xfrm>
            <a:off x="299201" y="1878497"/>
            <a:ext cx="6141359" cy="1311963"/>
          </a:xfrm>
        </p:spPr>
        <p:txBody>
          <a:bodyPr anchor="b">
            <a:noAutofit/>
          </a:bodyPr>
          <a:lstStyle>
            <a:lvl1pPr>
              <a:defRPr sz="3600" b="0" i="0" baseline="0">
                <a:solidFill>
                  <a:schemeClr val="tx1"/>
                </a:solidFill>
                <a:latin typeface="Garamond" panose="02020404030301010803" pitchFamily="18" charset="0"/>
                <a:ea typeface="Helvetica Neue" panose="02000503000000020004" pitchFamily="2" charset="0"/>
                <a:cs typeface="Arial" panose="020B0604020202020204" pitchFamily="34" charset="0"/>
              </a:defRPr>
            </a:lvl1pPr>
          </a:lstStyle>
          <a:p>
            <a:r>
              <a:rPr lang="en-US" dirty="0"/>
              <a:t>Title Here</a:t>
            </a:r>
          </a:p>
        </p:txBody>
      </p:sp>
      <p:sp>
        <p:nvSpPr>
          <p:cNvPr id="15" name="Date Placeholder 4"/>
          <p:cNvSpPr>
            <a:spLocks noGrp="1"/>
          </p:cNvSpPr>
          <p:nvPr>
            <p:ph type="dt" sz="half" idx="2"/>
          </p:nvPr>
        </p:nvSpPr>
        <p:spPr>
          <a:xfrm>
            <a:off x="319200" y="4616419"/>
            <a:ext cx="1925338" cy="178955"/>
          </a:xfrm>
          <a:prstGeom prst="rect">
            <a:avLst/>
          </a:prstGeom>
        </p:spPr>
        <p:txBody>
          <a:bodyPr vert="horz" wrap="square" lIns="91440" tIns="0" rIns="91440" bIns="0" rtlCol="0" anchor="b" anchorCtr="0">
            <a:noAutofit/>
          </a:bodyPr>
          <a:lstStyle>
            <a:lvl1pPr algn="l">
              <a:defRPr sz="1200" b="0" i="0">
                <a:solidFill>
                  <a:schemeClr val="tx1"/>
                </a:solidFill>
                <a:latin typeface="Arial" panose="020B0604020202020204" pitchFamily="34" charset="0"/>
                <a:ea typeface="Helvetica Neue" panose="02000503000000020004" pitchFamily="2" charset="0"/>
                <a:cs typeface="Arial" panose="020B0604020202020204" pitchFamily="34" charset="0"/>
              </a:defRPr>
            </a:lvl1pPr>
          </a:lstStyle>
          <a:p>
            <a:fld id="{9899DE7A-F1AC-614E-8BC7-B4A23307319E}" type="datetime1">
              <a:rPr lang="en-US" smtClean="0"/>
              <a:t>1/5/22</a:t>
            </a:fld>
            <a:endParaRPr lang="en-US" dirty="0"/>
          </a:p>
        </p:txBody>
      </p:sp>
      <p:sp>
        <p:nvSpPr>
          <p:cNvPr id="17" name="Text Placeholder 3"/>
          <p:cNvSpPr>
            <a:spLocks noGrp="1"/>
          </p:cNvSpPr>
          <p:nvPr>
            <p:ph type="body" sz="quarter" idx="15" hasCustomPrompt="1"/>
          </p:nvPr>
        </p:nvSpPr>
        <p:spPr>
          <a:xfrm>
            <a:off x="302816" y="3185161"/>
            <a:ext cx="6147682" cy="508220"/>
          </a:xfrm>
          <a:prstGeom prst="rect">
            <a:avLst/>
          </a:prstGeom>
        </p:spPr>
        <p:txBody>
          <a:bodyPr>
            <a:noAutofit/>
          </a:bodyPr>
          <a:lstStyle>
            <a:lvl1pPr marL="0" indent="0" algn="l">
              <a:lnSpc>
                <a:spcPct val="100000"/>
              </a:lnSpc>
              <a:buNone/>
              <a:defRPr sz="1600" b="0" i="0">
                <a:solidFill>
                  <a:schemeClr val="tx1"/>
                </a:solidFill>
                <a:latin typeface="Arial" panose="020B0604020202020204" pitchFamily="34" charset="0"/>
                <a:ea typeface="Helvetica Neue" panose="02000503000000020004" pitchFamily="2" charset="0"/>
                <a:cs typeface="Arial" panose="020B0604020202020204" pitchFamily="34" charset="0"/>
              </a:defRPr>
            </a:lvl1pPr>
            <a:lvl2pPr marL="230181" indent="0">
              <a:lnSpc>
                <a:spcPct val="100000"/>
              </a:lnSpc>
              <a:buNone/>
              <a:defRPr i="1">
                <a:latin typeface="+mn-lt"/>
              </a:defRPr>
            </a:lvl2pPr>
            <a:lvl3pPr marL="515924" indent="0">
              <a:lnSpc>
                <a:spcPct val="100000"/>
              </a:lnSpc>
              <a:buNone/>
              <a:defRPr i="1">
                <a:latin typeface="+mn-lt"/>
              </a:defRPr>
            </a:lvl3pPr>
            <a:lvl4pPr marL="800080" indent="0">
              <a:lnSpc>
                <a:spcPct val="100000"/>
              </a:lnSpc>
              <a:buNone/>
              <a:defRPr i="1">
                <a:latin typeface="+mn-lt"/>
              </a:defRPr>
            </a:lvl4pPr>
            <a:lvl5pPr marL="1085823" indent="0">
              <a:lnSpc>
                <a:spcPct val="100000"/>
              </a:lnSpc>
              <a:buNone/>
              <a:defRPr i="1">
                <a:latin typeface="+mn-lt"/>
              </a:defRPr>
            </a:lvl5pPr>
          </a:lstStyle>
          <a:p>
            <a:pPr lvl="0"/>
            <a:r>
              <a:rPr lang="en-US" dirty="0"/>
              <a:t>Optional Subhead here</a:t>
            </a:r>
          </a:p>
        </p:txBody>
      </p:sp>
      <p:sp>
        <p:nvSpPr>
          <p:cNvPr id="10" name="Text Placeholder 2"/>
          <p:cNvSpPr>
            <a:spLocks noGrp="1"/>
          </p:cNvSpPr>
          <p:nvPr>
            <p:ph type="body" sz="quarter" idx="10" hasCustomPrompt="1"/>
          </p:nvPr>
        </p:nvSpPr>
        <p:spPr>
          <a:xfrm>
            <a:off x="317595" y="4102257"/>
            <a:ext cx="4191461" cy="426719"/>
          </a:xfrm>
          <a:prstGeom prst="rect">
            <a:avLst/>
          </a:prstGeom>
        </p:spPr>
        <p:txBody>
          <a:bodyPr vert="horz" wrap="square" lIns="91440" tIns="0" rIns="91440" bIns="0" rtlCol="0" anchor="b" anchorCtr="0">
            <a:noAutofit/>
          </a:bodyPr>
          <a:lstStyle>
            <a:lvl1pPr marL="0" indent="0">
              <a:lnSpc>
                <a:spcPct val="100000"/>
              </a:lnSpc>
              <a:spcBef>
                <a:spcPts val="0"/>
              </a:spcBef>
              <a:spcAft>
                <a:spcPts val="0"/>
              </a:spcAft>
              <a:buNone/>
              <a:defRPr lang="en-US" sz="1600" b="0" i="0" baseline="0" dirty="0" smtClean="0">
                <a:solidFill>
                  <a:schemeClr val="tx1"/>
                </a:solidFill>
                <a:latin typeface="Arial" panose="020B0604020202020204" pitchFamily="34" charset="0"/>
                <a:ea typeface="Helvetica Neue" panose="02000503000000020004" pitchFamily="2" charset="0"/>
                <a:cs typeface="Arial" panose="020B0604020202020204" pitchFamily="34" charset="0"/>
              </a:defRPr>
            </a:lvl1pPr>
            <a:lvl2pPr>
              <a:defRPr lang="en-US" sz="1800" dirty="0" smtClean="0">
                <a:latin typeface="+mn-lt"/>
              </a:defRPr>
            </a:lvl2pPr>
            <a:lvl3pPr>
              <a:defRPr lang="en-US" sz="1800" dirty="0" smtClean="0">
                <a:latin typeface="+mn-lt"/>
              </a:defRPr>
            </a:lvl3pPr>
            <a:lvl4pPr>
              <a:defRPr lang="en-US" sz="1800" dirty="0" smtClean="0">
                <a:latin typeface="+mn-lt"/>
              </a:defRPr>
            </a:lvl4pPr>
            <a:lvl5pPr>
              <a:defRPr lang="en-US" sz="1800" dirty="0">
                <a:latin typeface="+mn-lt"/>
              </a:defRPr>
            </a:lvl5pPr>
          </a:lstStyle>
          <a:p>
            <a:pPr marL="0" lvl="0"/>
            <a:r>
              <a:rPr lang="en-US" dirty="0"/>
              <a:t>Presenter’s Name</a:t>
            </a:r>
          </a:p>
        </p:txBody>
      </p:sp>
      <p:grpSp>
        <p:nvGrpSpPr>
          <p:cNvPr id="8" name="Group 7">
            <a:extLst>
              <a:ext uri="{FF2B5EF4-FFF2-40B4-BE49-F238E27FC236}">
                <a16:creationId xmlns:a16="http://schemas.microsoft.com/office/drawing/2014/main" id="{DAA59588-1CE2-6E44-834A-AD43C82E4975}"/>
              </a:ext>
            </a:extLst>
          </p:cNvPr>
          <p:cNvGrpSpPr/>
          <p:nvPr userDrawn="1"/>
        </p:nvGrpSpPr>
        <p:grpSpPr>
          <a:xfrm>
            <a:off x="428221" y="377845"/>
            <a:ext cx="3729712" cy="735176"/>
            <a:chOff x="784276" y="216786"/>
            <a:chExt cx="3819176" cy="752810"/>
          </a:xfrm>
        </p:grpSpPr>
        <p:pic>
          <p:nvPicPr>
            <p:cNvPr id="11" name="Picture 10">
              <a:extLst>
                <a:ext uri="{FF2B5EF4-FFF2-40B4-BE49-F238E27FC236}">
                  <a16:creationId xmlns:a16="http://schemas.microsoft.com/office/drawing/2014/main" id="{60BA46B7-B79C-2A46-8886-D3CBED0640E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84276" y="216786"/>
              <a:ext cx="3819176" cy="752810"/>
            </a:xfrm>
            <a:prstGeom prst="rect">
              <a:avLst/>
            </a:prstGeom>
          </p:spPr>
        </p:pic>
        <p:cxnSp>
          <p:nvCxnSpPr>
            <p:cNvPr id="12" name="Straight Connector 11">
              <a:extLst>
                <a:ext uri="{FF2B5EF4-FFF2-40B4-BE49-F238E27FC236}">
                  <a16:creationId xmlns:a16="http://schemas.microsoft.com/office/drawing/2014/main" id="{FA013067-9DB1-164F-B2D8-CDDF166BC212}"/>
                </a:ext>
              </a:extLst>
            </p:cNvPr>
            <p:cNvCxnSpPr/>
            <p:nvPr userDrawn="1"/>
          </p:nvCxnSpPr>
          <p:spPr>
            <a:xfrm>
              <a:off x="1924755" y="216786"/>
              <a:ext cx="0" cy="752810"/>
            </a:xfrm>
            <a:prstGeom prst="line">
              <a:avLst/>
            </a:prstGeom>
            <a:ln w="2540">
              <a:solidFill>
                <a:schemeClr val="tx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530133944"/>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ullet Slide">
    <p:spTree>
      <p:nvGrpSpPr>
        <p:cNvPr id="1" name=""/>
        <p:cNvGrpSpPr/>
        <p:nvPr/>
      </p:nvGrpSpPr>
      <p:grpSpPr>
        <a:xfrm>
          <a:off x="0" y="0"/>
          <a:ext cx="0" cy="0"/>
          <a:chOff x="0" y="0"/>
          <a:chExt cx="0" cy="0"/>
        </a:xfrm>
      </p:grpSpPr>
      <p:sp>
        <p:nvSpPr>
          <p:cNvPr id="10" name="Footer Placeholder 9"/>
          <p:cNvSpPr>
            <a:spLocks noGrp="1"/>
          </p:cNvSpPr>
          <p:nvPr>
            <p:ph type="ftr" sz="quarter" idx="12"/>
          </p:nvPr>
        </p:nvSpPr>
        <p:spPr/>
        <p:txBody>
          <a:bodyPr/>
          <a:lstStyle>
            <a:lvl1pPr>
              <a:defRPr b="0" i="0">
                <a:latin typeface="Arial" panose="020B0604020202020204" pitchFamily="34" charset="0"/>
                <a:ea typeface="Helvetica Neue" panose="02000503000000020004" pitchFamily="2" charset="0"/>
                <a:cs typeface="Arial" panose="020B0604020202020204" pitchFamily="34" charset="0"/>
              </a:defRPr>
            </a:lvl1pPr>
          </a:lstStyle>
          <a:p>
            <a:r>
              <a:rPr lang="en-US"/>
              <a:t>Presentation Title</a:t>
            </a:r>
            <a:endParaRPr lang="en-US" dirty="0"/>
          </a:p>
        </p:txBody>
      </p:sp>
      <p:sp>
        <p:nvSpPr>
          <p:cNvPr id="14" name="Slide Number Placeholder 13"/>
          <p:cNvSpPr>
            <a:spLocks noGrp="1"/>
          </p:cNvSpPr>
          <p:nvPr>
            <p:ph type="sldNum" sz="quarter" idx="13"/>
          </p:nvPr>
        </p:nvSpPr>
        <p:spPr/>
        <p:txBody>
          <a:bodyPr/>
          <a:lstStyle>
            <a:lvl1pPr>
              <a:defRPr b="0" i="0">
                <a:latin typeface="Arial" panose="020B0604020202020204" pitchFamily="34" charset="0"/>
                <a:ea typeface="Helvetica Neue" panose="02000503000000020004" pitchFamily="2" charset="0"/>
                <a:cs typeface="Arial" panose="020B0604020202020204" pitchFamily="34" charset="0"/>
              </a:defRPr>
            </a:lvl1pPr>
          </a:lstStyle>
          <a:p>
            <a:fld id="{7BCC8D0D-EAEC-449D-9161-023DFF90F2E2}" type="slidenum">
              <a:rPr lang="en-US" smtClean="0"/>
              <a:pPr/>
              <a:t>‹#›</a:t>
            </a:fld>
            <a:endParaRPr lang="en-US" dirty="0"/>
          </a:p>
        </p:txBody>
      </p:sp>
      <p:sp>
        <p:nvSpPr>
          <p:cNvPr id="11" name="Title 15"/>
          <p:cNvSpPr>
            <a:spLocks noGrp="1"/>
          </p:cNvSpPr>
          <p:nvPr>
            <p:ph type="title" hasCustomPrompt="1"/>
          </p:nvPr>
        </p:nvSpPr>
        <p:spPr>
          <a:xfrm>
            <a:off x="453585" y="318751"/>
            <a:ext cx="8173580" cy="458587"/>
          </a:xfrm>
        </p:spPr>
        <p:txBody>
          <a:bodyPr anchor="b">
            <a:noAutofit/>
          </a:bodyPr>
          <a:lstStyle>
            <a:lvl1pPr>
              <a:defRPr sz="3600" b="0" i="0">
                <a:latin typeface="Garamond" panose="02020404030301010803" pitchFamily="18" charset="0"/>
                <a:ea typeface="Helvetica Neue" panose="02000503000000020004" pitchFamily="2" charset="0"/>
                <a:cs typeface="Arial" panose="020B0604020202020204" pitchFamily="34" charset="0"/>
              </a:defRPr>
            </a:lvl1pPr>
          </a:lstStyle>
          <a:p>
            <a:r>
              <a:rPr lang="en-US" dirty="0"/>
              <a:t>Slide Title Here</a:t>
            </a:r>
          </a:p>
        </p:txBody>
      </p:sp>
      <p:sp>
        <p:nvSpPr>
          <p:cNvPr id="12" name="Text Placeholder 3"/>
          <p:cNvSpPr>
            <a:spLocks noGrp="1"/>
          </p:cNvSpPr>
          <p:nvPr>
            <p:ph type="body" sz="quarter" idx="15" hasCustomPrompt="1"/>
          </p:nvPr>
        </p:nvSpPr>
        <p:spPr>
          <a:xfrm>
            <a:off x="457202" y="695741"/>
            <a:ext cx="8169964" cy="334897"/>
          </a:xfrm>
          <a:prstGeom prst="rect">
            <a:avLst/>
          </a:prstGeom>
        </p:spPr>
        <p:txBody>
          <a:bodyPr>
            <a:noAutofit/>
          </a:bodyPr>
          <a:lstStyle>
            <a:lvl1pPr marL="0" indent="0">
              <a:lnSpc>
                <a:spcPct val="100000"/>
              </a:lnSpc>
              <a:buNone/>
              <a:defRPr sz="1800" b="0" i="0">
                <a:latin typeface="Arial" panose="020B0604020202020204" pitchFamily="34" charset="0"/>
                <a:ea typeface="Helvetica Neue" panose="02000503000000020004" pitchFamily="2" charset="0"/>
                <a:cs typeface="Arial" panose="020B0604020202020204" pitchFamily="34" charset="0"/>
              </a:defRPr>
            </a:lvl1pPr>
            <a:lvl2pPr marL="230181" indent="0">
              <a:lnSpc>
                <a:spcPct val="100000"/>
              </a:lnSpc>
              <a:buNone/>
              <a:defRPr i="1">
                <a:latin typeface="+mn-lt"/>
              </a:defRPr>
            </a:lvl2pPr>
            <a:lvl3pPr marL="515924" indent="0">
              <a:lnSpc>
                <a:spcPct val="100000"/>
              </a:lnSpc>
              <a:buNone/>
              <a:defRPr i="1">
                <a:latin typeface="+mn-lt"/>
              </a:defRPr>
            </a:lvl3pPr>
            <a:lvl4pPr marL="800080" indent="0">
              <a:lnSpc>
                <a:spcPct val="100000"/>
              </a:lnSpc>
              <a:buNone/>
              <a:defRPr i="1">
                <a:latin typeface="+mn-lt"/>
              </a:defRPr>
            </a:lvl4pPr>
            <a:lvl5pPr marL="1085823" indent="0">
              <a:lnSpc>
                <a:spcPct val="100000"/>
              </a:lnSpc>
              <a:buNone/>
              <a:defRPr i="1">
                <a:latin typeface="+mn-lt"/>
              </a:defRPr>
            </a:lvl5pPr>
          </a:lstStyle>
          <a:p>
            <a:pPr lvl="0"/>
            <a:r>
              <a:rPr lang="en-US" dirty="0"/>
              <a:t>Optional Subhead here</a:t>
            </a:r>
          </a:p>
        </p:txBody>
      </p:sp>
      <p:sp>
        <p:nvSpPr>
          <p:cNvPr id="9" name="Content Placeholder 2">
            <a:extLst>
              <a:ext uri="{FF2B5EF4-FFF2-40B4-BE49-F238E27FC236}">
                <a16:creationId xmlns:a16="http://schemas.microsoft.com/office/drawing/2014/main" id="{79D9FF64-C01C-5C4C-8AB2-E760BF769004}"/>
              </a:ext>
            </a:extLst>
          </p:cNvPr>
          <p:cNvSpPr>
            <a:spLocks noGrp="1"/>
          </p:cNvSpPr>
          <p:nvPr>
            <p:ph sz="quarter" idx="16"/>
          </p:nvPr>
        </p:nvSpPr>
        <p:spPr>
          <a:xfrm>
            <a:off x="453585" y="1401763"/>
            <a:ext cx="8169964" cy="2932112"/>
          </a:xfrm>
        </p:spPr>
        <p:txBody>
          <a:bodyPr/>
          <a:lstStyle>
            <a:lvl1pPr>
              <a:defRPr b="0" i="0"/>
            </a:lvl1pPr>
            <a:lvl2pPr>
              <a:defRPr b="0" i="0"/>
            </a:lvl2pPr>
            <a:lvl3pPr>
              <a:defRPr b="0" i="0"/>
            </a:lvl3pPr>
            <a:lvl4pPr>
              <a:defRPr b="0" i="0"/>
            </a:lvl4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754264467"/>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0" name="Footer Placeholder 9"/>
          <p:cNvSpPr>
            <a:spLocks noGrp="1"/>
          </p:cNvSpPr>
          <p:nvPr>
            <p:ph type="ftr" sz="quarter" idx="12"/>
          </p:nvPr>
        </p:nvSpPr>
        <p:spPr/>
        <p:txBody>
          <a:bodyPr/>
          <a:lstStyle>
            <a:lvl1pPr>
              <a:defRPr b="0" i="0">
                <a:latin typeface="Arial" panose="020B0604020202020204" pitchFamily="34" charset="0"/>
                <a:ea typeface="Helvetica Neue" panose="02000503000000020004" pitchFamily="2" charset="0"/>
                <a:cs typeface="Arial" panose="020B0604020202020204" pitchFamily="34" charset="0"/>
              </a:defRPr>
            </a:lvl1pPr>
          </a:lstStyle>
          <a:p>
            <a:r>
              <a:rPr lang="en-US"/>
              <a:t>Presentation Title</a:t>
            </a:r>
            <a:endParaRPr lang="en-US" dirty="0"/>
          </a:p>
        </p:txBody>
      </p:sp>
      <p:sp>
        <p:nvSpPr>
          <p:cNvPr id="14" name="Slide Number Placeholder 13"/>
          <p:cNvSpPr>
            <a:spLocks noGrp="1"/>
          </p:cNvSpPr>
          <p:nvPr>
            <p:ph type="sldNum" sz="quarter" idx="13"/>
          </p:nvPr>
        </p:nvSpPr>
        <p:spPr/>
        <p:txBody>
          <a:bodyPr/>
          <a:lstStyle>
            <a:lvl1pPr>
              <a:defRPr b="0" i="0">
                <a:latin typeface="Arial" panose="020B0604020202020204" pitchFamily="34" charset="0"/>
                <a:ea typeface="Helvetica Neue" panose="02000503000000020004" pitchFamily="2" charset="0"/>
                <a:cs typeface="Arial" panose="020B0604020202020204" pitchFamily="34" charset="0"/>
              </a:defRPr>
            </a:lvl1pPr>
          </a:lstStyle>
          <a:p>
            <a:fld id="{7BCC8D0D-EAEC-449D-9161-023DFF90F2E2}" type="slidenum">
              <a:rPr lang="en-US" smtClean="0"/>
              <a:pPr/>
              <a:t>‹#›</a:t>
            </a:fld>
            <a:endParaRPr lang="en-US" dirty="0"/>
          </a:p>
        </p:txBody>
      </p:sp>
    </p:spTree>
    <p:extLst>
      <p:ext uri="{BB962C8B-B14F-4D97-AF65-F5344CB8AC3E}">
        <p14:creationId xmlns:p14="http://schemas.microsoft.com/office/powerpoint/2010/main" val="1195159258"/>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10" name="Footer Placeholder 9"/>
          <p:cNvSpPr>
            <a:spLocks noGrp="1"/>
          </p:cNvSpPr>
          <p:nvPr>
            <p:ph type="ftr" sz="quarter" idx="12"/>
          </p:nvPr>
        </p:nvSpPr>
        <p:spPr/>
        <p:txBody>
          <a:bodyPr/>
          <a:lstStyle>
            <a:lvl1pPr>
              <a:defRPr b="0" i="0">
                <a:latin typeface="Arial" panose="020B0604020202020204" pitchFamily="34" charset="0"/>
                <a:ea typeface="Helvetica Neue" panose="02000503000000020004" pitchFamily="2" charset="0"/>
                <a:cs typeface="Arial" panose="020B0604020202020204" pitchFamily="34" charset="0"/>
              </a:defRPr>
            </a:lvl1pPr>
          </a:lstStyle>
          <a:p>
            <a:r>
              <a:rPr lang="en-US"/>
              <a:t>Presentation Title</a:t>
            </a:r>
            <a:endParaRPr lang="en-US" dirty="0"/>
          </a:p>
        </p:txBody>
      </p:sp>
      <p:sp>
        <p:nvSpPr>
          <p:cNvPr id="14" name="Slide Number Placeholder 13"/>
          <p:cNvSpPr>
            <a:spLocks noGrp="1"/>
          </p:cNvSpPr>
          <p:nvPr>
            <p:ph type="sldNum" sz="quarter" idx="13"/>
          </p:nvPr>
        </p:nvSpPr>
        <p:spPr/>
        <p:txBody>
          <a:bodyPr/>
          <a:lstStyle>
            <a:lvl1pPr>
              <a:defRPr b="0" i="0">
                <a:latin typeface="Arial" panose="020B0604020202020204" pitchFamily="34" charset="0"/>
                <a:ea typeface="Helvetica Neue" panose="02000503000000020004" pitchFamily="2" charset="0"/>
                <a:cs typeface="Arial" panose="020B0604020202020204" pitchFamily="34" charset="0"/>
              </a:defRPr>
            </a:lvl1pPr>
          </a:lstStyle>
          <a:p>
            <a:fld id="{7BCC8D0D-EAEC-449D-9161-023DFF90F2E2}" type="slidenum">
              <a:rPr lang="en-US" smtClean="0"/>
              <a:pPr/>
              <a:t>‹#›</a:t>
            </a:fld>
            <a:endParaRPr lang="en-US" dirty="0"/>
          </a:p>
        </p:txBody>
      </p:sp>
      <p:sp>
        <p:nvSpPr>
          <p:cNvPr id="3" name="Chart Placeholder 2"/>
          <p:cNvSpPr>
            <a:spLocks noGrp="1"/>
          </p:cNvSpPr>
          <p:nvPr>
            <p:ph type="chart" sz="quarter" idx="14"/>
          </p:nvPr>
        </p:nvSpPr>
        <p:spPr>
          <a:xfrm>
            <a:off x="268359" y="337931"/>
            <a:ext cx="8587407" cy="4065105"/>
          </a:xfrm>
          <a:prstGeom prst="rect">
            <a:avLst/>
          </a:prstGeom>
        </p:spPr>
        <p:txBody>
          <a:bodyPr>
            <a:normAutofit/>
          </a:bodyPr>
          <a:lstStyle>
            <a:lvl1pPr>
              <a:defRPr b="0" i="0">
                <a:latin typeface="Arial" panose="020B0604020202020204" pitchFamily="34" charset="0"/>
                <a:ea typeface="Helvetica Neue" panose="02000503000000020004" pitchFamily="2" charset="0"/>
                <a:cs typeface="Arial" panose="020B0604020202020204" pitchFamily="34" charset="0"/>
              </a:defRPr>
            </a:lvl1pPr>
          </a:lstStyle>
          <a:p>
            <a:r>
              <a:rPr lang="en-US" dirty="0"/>
              <a:t>Click icon to add chart</a:t>
            </a:r>
          </a:p>
        </p:txBody>
      </p:sp>
    </p:spTree>
    <p:extLst>
      <p:ext uri="{BB962C8B-B14F-4D97-AF65-F5344CB8AC3E}">
        <p14:creationId xmlns:p14="http://schemas.microsoft.com/office/powerpoint/2010/main" val="632906727"/>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lumn Slide">
    <p:spTree>
      <p:nvGrpSpPr>
        <p:cNvPr id="1" name=""/>
        <p:cNvGrpSpPr/>
        <p:nvPr/>
      </p:nvGrpSpPr>
      <p:grpSpPr>
        <a:xfrm>
          <a:off x="0" y="0"/>
          <a:ext cx="0" cy="0"/>
          <a:chOff x="0" y="0"/>
          <a:chExt cx="0" cy="0"/>
        </a:xfrm>
      </p:grpSpPr>
      <p:sp>
        <p:nvSpPr>
          <p:cNvPr id="10" name="Footer Placeholder 9"/>
          <p:cNvSpPr>
            <a:spLocks noGrp="1"/>
          </p:cNvSpPr>
          <p:nvPr>
            <p:ph type="ftr" sz="quarter" idx="12"/>
          </p:nvPr>
        </p:nvSpPr>
        <p:spPr/>
        <p:txBody>
          <a:bodyPr/>
          <a:lstStyle>
            <a:lvl1pPr>
              <a:defRPr b="0" i="0">
                <a:latin typeface="Arial" panose="020B0604020202020204" pitchFamily="34" charset="0"/>
                <a:ea typeface="Helvetica Neue" panose="02000503000000020004" pitchFamily="2" charset="0"/>
                <a:cs typeface="Arial" panose="020B0604020202020204" pitchFamily="34" charset="0"/>
              </a:defRPr>
            </a:lvl1pPr>
          </a:lstStyle>
          <a:p>
            <a:r>
              <a:rPr lang="en-US"/>
              <a:t>Presentation Title</a:t>
            </a:r>
            <a:endParaRPr lang="en-US" dirty="0"/>
          </a:p>
        </p:txBody>
      </p:sp>
      <p:sp>
        <p:nvSpPr>
          <p:cNvPr id="14" name="Slide Number Placeholder 13"/>
          <p:cNvSpPr>
            <a:spLocks noGrp="1"/>
          </p:cNvSpPr>
          <p:nvPr>
            <p:ph type="sldNum" sz="quarter" idx="13"/>
          </p:nvPr>
        </p:nvSpPr>
        <p:spPr/>
        <p:txBody>
          <a:bodyPr/>
          <a:lstStyle>
            <a:lvl1pPr>
              <a:defRPr b="0" i="0">
                <a:latin typeface="Arial" panose="020B0604020202020204" pitchFamily="34" charset="0"/>
                <a:ea typeface="Helvetica Neue" panose="02000503000000020004" pitchFamily="2" charset="0"/>
                <a:cs typeface="Arial" panose="020B0604020202020204" pitchFamily="34" charset="0"/>
              </a:defRPr>
            </a:lvl1pPr>
          </a:lstStyle>
          <a:p>
            <a:fld id="{7BCC8D0D-EAEC-449D-9161-023DFF90F2E2}" type="slidenum">
              <a:rPr lang="en-US" smtClean="0"/>
              <a:pPr/>
              <a:t>‹#›</a:t>
            </a:fld>
            <a:endParaRPr lang="en-US" dirty="0"/>
          </a:p>
        </p:txBody>
      </p:sp>
      <p:sp>
        <p:nvSpPr>
          <p:cNvPr id="11" name="Title 15"/>
          <p:cNvSpPr>
            <a:spLocks noGrp="1"/>
          </p:cNvSpPr>
          <p:nvPr>
            <p:ph type="title" hasCustomPrompt="1"/>
          </p:nvPr>
        </p:nvSpPr>
        <p:spPr>
          <a:xfrm>
            <a:off x="453585" y="318751"/>
            <a:ext cx="8173580" cy="458587"/>
          </a:xfrm>
        </p:spPr>
        <p:txBody>
          <a:bodyPr anchor="b">
            <a:noAutofit/>
          </a:bodyPr>
          <a:lstStyle>
            <a:lvl1pPr>
              <a:defRPr sz="3600" b="0" i="0">
                <a:latin typeface="Garamond" panose="02020404030301010803" pitchFamily="18" charset="0"/>
                <a:ea typeface="Helvetica Neue" panose="02000503000000020004" pitchFamily="2" charset="0"/>
                <a:cs typeface="Arial" panose="020B0604020202020204" pitchFamily="34" charset="0"/>
              </a:defRPr>
            </a:lvl1pPr>
          </a:lstStyle>
          <a:p>
            <a:r>
              <a:rPr lang="en-US" dirty="0"/>
              <a:t>Slide Title Here</a:t>
            </a:r>
          </a:p>
        </p:txBody>
      </p:sp>
      <p:sp>
        <p:nvSpPr>
          <p:cNvPr id="12" name="Text Placeholder 3"/>
          <p:cNvSpPr>
            <a:spLocks noGrp="1"/>
          </p:cNvSpPr>
          <p:nvPr>
            <p:ph type="body" sz="quarter" idx="15" hasCustomPrompt="1"/>
          </p:nvPr>
        </p:nvSpPr>
        <p:spPr>
          <a:xfrm>
            <a:off x="457202" y="695741"/>
            <a:ext cx="8169964" cy="334897"/>
          </a:xfrm>
          <a:prstGeom prst="rect">
            <a:avLst/>
          </a:prstGeom>
        </p:spPr>
        <p:txBody>
          <a:bodyPr>
            <a:noAutofit/>
          </a:bodyPr>
          <a:lstStyle>
            <a:lvl1pPr marL="0" indent="0">
              <a:lnSpc>
                <a:spcPct val="100000"/>
              </a:lnSpc>
              <a:buNone/>
              <a:defRPr sz="1800" b="0" i="0">
                <a:latin typeface="Arial" panose="020B0604020202020204" pitchFamily="34" charset="0"/>
                <a:ea typeface="Helvetica Neue" panose="02000503000000020004" pitchFamily="2" charset="0"/>
                <a:cs typeface="Arial" panose="020B0604020202020204" pitchFamily="34" charset="0"/>
              </a:defRPr>
            </a:lvl1pPr>
            <a:lvl2pPr marL="230181" indent="0">
              <a:lnSpc>
                <a:spcPct val="100000"/>
              </a:lnSpc>
              <a:buNone/>
              <a:defRPr i="1">
                <a:latin typeface="+mn-lt"/>
              </a:defRPr>
            </a:lvl2pPr>
            <a:lvl3pPr marL="515924" indent="0">
              <a:lnSpc>
                <a:spcPct val="100000"/>
              </a:lnSpc>
              <a:buNone/>
              <a:defRPr i="1">
                <a:latin typeface="+mn-lt"/>
              </a:defRPr>
            </a:lvl3pPr>
            <a:lvl4pPr marL="800080" indent="0">
              <a:lnSpc>
                <a:spcPct val="100000"/>
              </a:lnSpc>
              <a:buNone/>
              <a:defRPr i="1">
                <a:latin typeface="+mn-lt"/>
              </a:defRPr>
            </a:lvl4pPr>
            <a:lvl5pPr marL="1085823" indent="0">
              <a:lnSpc>
                <a:spcPct val="100000"/>
              </a:lnSpc>
              <a:buNone/>
              <a:defRPr i="1">
                <a:latin typeface="+mn-lt"/>
              </a:defRPr>
            </a:lvl5pPr>
          </a:lstStyle>
          <a:p>
            <a:pPr lvl="0"/>
            <a:r>
              <a:rPr lang="en-US" dirty="0"/>
              <a:t>Optional Subhead here</a:t>
            </a:r>
          </a:p>
        </p:txBody>
      </p:sp>
      <p:sp>
        <p:nvSpPr>
          <p:cNvPr id="9" name="Content Placeholder 2">
            <a:extLst>
              <a:ext uri="{FF2B5EF4-FFF2-40B4-BE49-F238E27FC236}">
                <a16:creationId xmlns:a16="http://schemas.microsoft.com/office/drawing/2014/main" id="{9469704F-E66B-5B41-BF3B-8C6539B48428}"/>
              </a:ext>
            </a:extLst>
          </p:cNvPr>
          <p:cNvSpPr>
            <a:spLocks noGrp="1"/>
          </p:cNvSpPr>
          <p:nvPr>
            <p:ph sz="quarter" idx="16"/>
          </p:nvPr>
        </p:nvSpPr>
        <p:spPr>
          <a:xfrm>
            <a:off x="453585" y="1401763"/>
            <a:ext cx="3915528" cy="2932112"/>
          </a:xfrm>
        </p:spPr>
        <p:txBody>
          <a:bodyPr/>
          <a:lstStyle>
            <a:lvl1pPr>
              <a:defRPr b="0" i="0"/>
            </a:lvl1pPr>
            <a:lvl2pPr>
              <a:defRPr b="0" i="0"/>
            </a:lvl2pPr>
            <a:lvl3pPr>
              <a:defRPr b="0" i="0"/>
            </a:lvl3pPr>
            <a:lvl4pPr>
              <a:defRPr b="0" i="0"/>
            </a:lvl4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5" name="Content Placeholder 2">
            <a:extLst>
              <a:ext uri="{FF2B5EF4-FFF2-40B4-BE49-F238E27FC236}">
                <a16:creationId xmlns:a16="http://schemas.microsoft.com/office/drawing/2014/main" id="{C99F718F-E8D1-5640-A678-0137FDBAEC9F}"/>
              </a:ext>
            </a:extLst>
          </p:cNvPr>
          <p:cNvSpPr>
            <a:spLocks noGrp="1"/>
          </p:cNvSpPr>
          <p:nvPr>
            <p:ph sz="quarter" idx="20"/>
          </p:nvPr>
        </p:nvSpPr>
        <p:spPr>
          <a:xfrm>
            <a:off x="4733354" y="1401763"/>
            <a:ext cx="3915528" cy="2932112"/>
          </a:xfrm>
        </p:spPr>
        <p:txBody>
          <a:bodyPr/>
          <a:lstStyle>
            <a:lvl1pPr>
              <a:defRPr b="0" i="0"/>
            </a:lvl1pPr>
            <a:lvl2pPr>
              <a:defRPr b="0" i="0"/>
            </a:lvl2pPr>
            <a:lvl3pPr>
              <a:defRPr b="0" i="0"/>
            </a:lvl3pPr>
            <a:lvl4pPr>
              <a:defRPr b="0" i="0"/>
            </a:lvl4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2084155973"/>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Quote Slide – Navy">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lvl1pPr>
              <a:defRPr b="0" i="0">
                <a:latin typeface="Arial" panose="020B0604020202020204" pitchFamily="34" charset="0"/>
                <a:ea typeface="Helvetica Neue" panose="02000503000000020004" pitchFamily="2" charset="0"/>
                <a:cs typeface="Arial" panose="020B0604020202020204" pitchFamily="34" charset="0"/>
              </a:defRPr>
            </a:lvl1pPr>
          </a:lstStyle>
          <a:p>
            <a:r>
              <a:rPr lang="en-US"/>
              <a:t>Presentation Title</a:t>
            </a:r>
            <a:endParaRPr lang="en-US" dirty="0"/>
          </a:p>
        </p:txBody>
      </p:sp>
      <p:sp>
        <p:nvSpPr>
          <p:cNvPr id="5" name="Slide Number Placeholder 4"/>
          <p:cNvSpPr>
            <a:spLocks noGrp="1"/>
          </p:cNvSpPr>
          <p:nvPr>
            <p:ph type="sldNum" sz="quarter" idx="12"/>
          </p:nvPr>
        </p:nvSpPr>
        <p:spPr/>
        <p:txBody>
          <a:bodyPr/>
          <a:lstStyle>
            <a:lvl1pPr>
              <a:defRPr b="0" i="0">
                <a:latin typeface="Arial" panose="020B0604020202020204" pitchFamily="34" charset="0"/>
                <a:ea typeface="Helvetica Neue" panose="02000503000000020004" pitchFamily="2" charset="0"/>
                <a:cs typeface="Arial" panose="020B0604020202020204" pitchFamily="34" charset="0"/>
              </a:defRPr>
            </a:lvl1pPr>
          </a:lstStyle>
          <a:p>
            <a:fld id="{7BCC8D0D-EAEC-449D-9161-023DFF90F2E2}" type="slidenum">
              <a:rPr lang="en-US" smtClean="0"/>
              <a:pPr/>
              <a:t>‹#›</a:t>
            </a:fld>
            <a:endParaRPr lang="en-US" dirty="0"/>
          </a:p>
        </p:txBody>
      </p:sp>
      <p:sp>
        <p:nvSpPr>
          <p:cNvPr id="7" name="TextBox 6"/>
          <p:cNvSpPr txBox="1"/>
          <p:nvPr userDrawn="1"/>
        </p:nvSpPr>
        <p:spPr bwMode="auto">
          <a:xfrm>
            <a:off x="457203" y="198783"/>
            <a:ext cx="1192695" cy="2123658"/>
          </a:xfrm>
          <a:prstGeom prst="rect">
            <a:avLst/>
          </a:prstGeom>
          <a:noFill/>
          <a:ln w="19050" algn="ctr">
            <a:noFill/>
            <a:miter lim="800000"/>
            <a:headEnd/>
            <a:tailEnd/>
          </a:ln>
        </p:spPr>
        <p:txBody>
          <a:bodyPr wrap="square" lIns="0" tIns="0" rIns="0" bIns="0" rtlCol="0">
            <a:spAutoFit/>
          </a:bodyPr>
          <a:lstStyle/>
          <a:p>
            <a:r>
              <a:rPr lang="en-US" sz="13800" b="0" i="0" dirty="0">
                <a:solidFill>
                  <a:schemeClr val="tx2"/>
                </a:solidFill>
                <a:latin typeface="Arial" panose="020B0604020202020204" pitchFamily="34" charset="0"/>
                <a:ea typeface="Helvetica Neue" panose="02000503000000020004" pitchFamily="2" charset="0"/>
                <a:cs typeface="Arial" panose="020B0604020202020204" pitchFamily="34" charset="0"/>
              </a:rPr>
              <a:t>“</a:t>
            </a:r>
          </a:p>
        </p:txBody>
      </p:sp>
      <p:sp>
        <p:nvSpPr>
          <p:cNvPr id="9" name="Text Placeholder 8"/>
          <p:cNvSpPr>
            <a:spLocks noGrp="1"/>
          </p:cNvSpPr>
          <p:nvPr>
            <p:ph type="body" sz="quarter" idx="13" hasCustomPrompt="1"/>
          </p:nvPr>
        </p:nvSpPr>
        <p:spPr>
          <a:xfrm>
            <a:off x="437601" y="1431236"/>
            <a:ext cx="8229323" cy="2107096"/>
          </a:xfrm>
          <a:prstGeom prst="rect">
            <a:avLst/>
          </a:prstGeom>
        </p:spPr>
        <p:txBody>
          <a:bodyPr anchor="ctr" anchorCtr="0">
            <a:normAutofit/>
          </a:bodyPr>
          <a:lstStyle>
            <a:lvl1pPr marL="0" indent="0">
              <a:lnSpc>
                <a:spcPct val="100000"/>
              </a:lnSpc>
              <a:buNone/>
              <a:defRPr sz="2800" b="0" i="0" baseline="0">
                <a:latin typeface="Arial" panose="020B0604020202020204" pitchFamily="34" charset="0"/>
                <a:ea typeface="Helvetica Neue" panose="02000503000000020004" pitchFamily="2" charset="0"/>
                <a:cs typeface="Arial" panose="020B0604020202020204" pitchFamily="34" charset="0"/>
              </a:defRPr>
            </a:lvl1pPr>
            <a:lvl2pPr marL="230181" indent="0">
              <a:buNone/>
              <a:defRPr>
                <a:latin typeface="+mn-lt"/>
              </a:defRPr>
            </a:lvl2pPr>
            <a:lvl3pPr marL="515924" indent="0">
              <a:buNone/>
              <a:defRPr>
                <a:latin typeface="+mn-lt"/>
              </a:defRPr>
            </a:lvl3pPr>
            <a:lvl4pPr marL="800080" indent="0">
              <a:buNone/>
              <a:defRPr>
                <a:latin typeface="+mn-lt"/>
              </a:defRPr>
            </a:lvl4pPr>
            <a:lvl5pPr marL="1085823" indent="0">
              <a:buNone/>
              <a:defRPr>
                <a:latin typeface="+mn-lt"/>
              </a:defRPr>
            </a:lvl5pPr>
          </a:lstStyle>
          <a:p>
            <a:pPr lvl="0"/>
            <a:r>
              <a:rPr lang="en-US" dirty="0"/>
              <a:t>This page is an option should you wish to utilize a quote as a stand-alone slide within your presentation. The rest is </a:t>
            </a:r>
            <a:r>
              <a:rPr lang="en-US" dirty="0" err="1"/>
              <a:t>lorem</a:t>
            </a:r>
            <a:r>
              <a:rPr lang="en-US" dirty="0"/>
              <a:t> </a:t>
            </a:r>
            <a:r>
              <a:rPr lang="en-US" dirty="0" err="1"/>
              <a:t>ipsum</a:t>
            </a:r>
            <a:r>
              <a:rPr lang="en-US" dirty="0"/>
              <a:t>. </a:t>
            </a:r>
            <a:r>
              <a:rPr lang="en-US" dirty="0" err="1"/>
              <a:t>Ut</a:t>
            </a:r>
            <a:r>
              <a:rPr lang="en-US" dirty="0"/>
              <a:t> </a:t>
            </a:r>
            <a:r>
              <a:rPr lang="en-US" dirty="0" err="1"/>
              <a:t>enim</a:t>
            </a:r>
            <a:r>
              <a:rPr lang="en-US" dirty="0"/>
              <a:t> ad minim </a:t>
            </a:r>
            <a:r>
              <a:rPr lang="en-US" dirty="0" err="1"/>
              <a:t>quis</a:t>
            </a:r>
            <a:r>
              <a:rPr lang="en-US" dirty="0"/>
              <a:t> </a:t>
            </a:r>
            <a:r>
              <a:rPr lang="en-US" dirty="0" err="1"/>
              <a:t>nostrud</a:t>
            </a:r>
            <a:r>
              <a:rPr lang="en-US" dirty="0"/>
              <a:t>.</a:t>
            </a:r>
          </a:p>
        </p:txBody>
      </p:sp>
      <p:sp>
        <p:nvSpPr>
          <p:cNvPr id="10" name="Text Placeholder 13"/>
          <p:cNvSpPr>
            <a:spLocks noGrp="1"/>
          </p:cNvSpPr>
          <p:nvPr>
            <p:ph type="body" sz="quarter" idx="14" hasCustomPrompt="1"/>
          </p:nvPr>
        </p:nvSpPr>
        <p:spPr>
          <a:xfrm>
            <a:off x="447674" y="3696829"/>
            <a:ext cx="6513958" cy="430429"/>
          </a:xfrm>
          <a:prstGeom prst="rect">
            <a:avLst/>
          </a:prstGeom>
        </p:spPr>
        <p:txBody>
          <a:bodyPr>
            <a:normAutofit/>
          </a:bodyPr>
          <a:lstStyle>
            <a:lvl1pPr marL="0" indent="0">
              <a:lnSpc>
                <a:spcPct val="100000"/>
              </a:lnSpc>
              <a:buNone/>
              <a:defRPr sz="1800" b="0" i="0">
                <a:solidFill>
                  <a:schemeClr val="tx1"/>
                </a:solidFill>
                <a:latin typeface="Arial" panose="020B0604020202020204" pitchFamily="34" charset="0"/>
                <a:ea typeface="Helvetica Neue" panose="02000503000000020004" pitchFamily="2" charset="0"/>
                <a:cs typeface="Arial" panose="020B0604020202020204" pitchFamily="34" charset="0"/>
              </a:defRPr>
            </a:lvl1pPr>
          </a:lstStyle>
          <a:p>
            <a:pPr lvl="0"/>
            <a:r>
              <a:rPr lang="en-US" dirty="0"/>
              <a:t>Author’s Name</a:t>
            </a:r>
          </a:p>
        </p:txBody>
      </p:sp>
      <p:sp>
        <p:nvSpPr>
          <p:cNvPr id="11" name="Text Placeholder 13"/>
          <p:cNvSpPr>
            <a:spLocks noGrp="1"/>
          </p:cNvSpPr>
          <p:nvPr>
            <p:ph type="body" sz="quarter" idx="15" hasCustomPrompt="1"/>
          </p:nvPr>
        </p:nvSpPr>
        <p:spPr>
          <a:xfrm>
            <a:off x="447674" y="3980953"/>
            <a:ext cx="6513958" cy="440937"/>
          </a:xfrm>
          <a:prstGeom prst="rect">
            <a:avLst/>
          </a:prstGeom>
        </p:spPr>
        <p:txBody>
          <a:bodyPr>
            <a:normAutofit/>
          </a:bodyPr>
          <a:lstStyle>
            <a:lvl1pPr marL="0" indent="0">
              <a:lnSpc>
                <a:spcPts val="2000"/>
              </a:lnSpc>
              <a:buNone/>
              <a:defRPr sz="1800" b="0" i="0" baseline="0">
                <a:solidFill>
                  <a:schemeClr val="tx1"/>
                </a:solidFill>
                <a:latin typeface="Arial" panose="020B0604020202020204" pitchFamily="34" charset="0"/>
                <a:ea typeface="Helvetica Neue" panose="02000503000000020004" pitchFamily="2" charset="0"/>
                <a:cs typeface="Arial" panose="020B0604020202020204" pitchFamily="34" charset="0"/>
              </a:defRPr>
            </a:lvl1pPr>
          </a:lstStyle>
          <a:p>
            <a:pPr lvl="0"/>
            <a:r>
              <a:rPr lang="en-US" dirty="0"/>
              <a:t>Position Title</a:t>
            </a:r>
          </a:p>
        </p:txBody>
      </p:sp>
    </p:spTree>
    <p:extLst>
      <p:ext uri="{BB962C8B-B14F-4D97-AF65-F5344CB8AC3E}">
        <p14:creationId xmlns:p14="http://schemas.microsoft.com/office/powerpoint/2010/main" val="1790547175"/>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Quote Slide – Teal">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lvl1pPr>
              <a:defRPr b="0" i="0">
                <a:latin typeface="Arial" panose="020B0604020202020204" pitchFamily="34" charset="0"/>
                <a:ea typeface="Helvetica Neue" panose="02000503000000020004" pitchFamily="2" charset="0"/>
                <a:cs typeface="Arial" panose="020B0604020202020204" pitchFamily="34" charset="0"/>
              </a:defRPr>
            </a:lvl1pPr>
          </a:lstStyle>
          <a:p>
            <a:r>
              <a:rPr lang="en-US"/>
              <a:t>Presentation Title</a:t>
            </a:r>
            <a:endParaRPr lang="en-US" dirty="0"/>
          </a:p>
        </p:txBody>
      </p:sp>
      <p:sp>
        <p:nvSpPr>
          <p:cNvPr id="5" name="Slide Number Placeholder 4"/>
          <p:cNvSpPr>
            <a:spLocks noGrp="1"/>
          </p:cNvSpPr>
          <p:nvPr>
            <p:ph type="sldNum" sz="quarter" idx="12"/>
          </p:nvPr>
        </p:nvSpPr>
        <p:spPr/>
        <p:txBody>
          <a:bodyPr/>
          <a:lstStyle>
            <a:lvl1pPr>
              <a:defRPr b="0" i="0">
                <a:latin typeface="Arial" panose="020B0604020202020204" pitchFamily="34" charset="0"/>
                <a:ea typeface="Helvetica Neue" panose="02000503000000020004" pitchFamily="2" charset="0"/>
                <a:cs typeface="Arial" panose="020B0604020202020204" pitchFamily="34" charset="0"/>
              </a:defRPr>
            </a:lvl1pPr>
          </a:lstStyle>
          <a:p>
            <a:fld id="{7BCC8D0D-EAEC-449D-9161-023DFF90F2E2}" type="slidenum">
              <a:rPr lang="en-US" smtClean="0"/>
              <a:pPr/>
              <a:t>‹#›</a:t>
            </a:fld>
            <a:endParaRPr lang="en-US" dirty="0"/>
          </a:p>
        </p:txBody>
      </p:sp>
      <p:sp>
        <p:nvSpPr>
          <p:cNvPr id="7" name="TextBox 6"/>
          <p:cNvSpPr txBox="1"/>
          <p:nvPr userDrawn="1"/>
        </p:nvSpPr>
        <p:spPr bwMode="auto">
          <a:xfrm>
            <a:off x="457203" y="198783"/>
            <a:ext cx="1192695" cy="2123658"/>
          </a:xfrm>
          <a:prstGeom prst="rect">
            <a:avLst/>
          </a:prstGeom>
          <a:noFill/>
          <a:ln w="19050" algn="ctr">
            <a:noFill/>
            <a:miter lim="800000"/>
            <a:headEnd/>
            <a:tailEnd/>
          </a:ln>
        </p:spPr>
        <p:txBody>
          <a:bodyPr wrap="square" lIns="0" tIns="0" rIns="0" bIns="0" rtlCol="0">
            <a:spAutoFit/>
          </a:bodyPr>
          <a:lstStyle/>
          <a:p>
            <a:r>
              <a:rPr lang="en-US" sz="13800" b="0" i="0" dirty="0">
                <a:solidFill>
                  <a:schemeClr val="accent2"/>
                </a:solidFill>
                <a:latin typeface="Arial" panose="020B0604020202020204" pitchFamily="34" charset="0"/>
                <a:ea typeface="Helvetica Neue" panose="02000503000000020004" pitchFamily="2" charset="0"/>
                <a:cs typeface="Arial" panose="020B0604020202020204" pitchFamily="34" charset="0"/>
              </a:rPr>
              <a:t>“</a:t>
            </a:r>
          </a:p>
        </p:txBody>
      </p:sp>
      <p:sp>
        <p:nvSpPr>
          <p:cNvPr id="9" name="Text Placeholder 8"/>
          <p:cNvSpPr>
            <a:spLocks noGrp="1"/>
          </p:cNvSpPr>
          <p:nvPr>
            <p:ph type="body" sz="quarter" idx="13" hasCustomPrompt="1"/>
          </p:nvPr>
        </p:nvSpPr>
        <p:spPr>
          <a:xfrm>
            <a:off x="437601" y="1431236"/>
            <a:ext cx="8229323" cy="2107096"/>
          </a:xfrm>
          <a:prstGeom prst="rect">
            <a:avLst/>
          </a:prstGeom>
        </p:spPr>
        <p:txBody>
          <a:bodyPr anchor="ctr" anchorCtr="0">
            <a:normAutofit/>
          </a:bodyPr>
          <a:lstStyle>
            <a:lvl1pPr marL="0" indent="0">
              <a:lnSpc>
                <a:spcPct val="100000"/>
              </a:lnSpc>
              <a:buNone/>
              <a:defRPr sz="2800" b="0" i="0" baseline="0">
                <a:latin typeface="Arial" panose="020B0604020202020204" pitchFamily="34" charset="0"/>
                <a:ea typeface="Helvetica Neue" panose="02000503000000020004" pitchFamily="2" charset="0"/>
                <a:cs typeface="Arial" panose="020B0604020202020204" pitchFamily="34" charset="0"/>
              </a:defRPr>
            </a:lvl1pPr>
            <a:lvl2pPr marL="230181" indent="0">
              <a:buNone/>
              <a:defRPr>
                <a:latin typeface="+mn-lt"/>
              </a:defRPr>
            </a:lvl2pPr>
            <a:lvl3pPr marL="515924" indent="0">
              <a:buNone/>
              <a:defRPr>
                <a:latin typeface="+mn-lt"/>
              </a:defRPr>
            </a:lvl3pPr>
            <a:lvl4pPr marL="800080" indent="0">
              <a:buNone/>
              <a:defRPr>
                <a:latin typeface="+mn-lt"/>
              </a:defRPr>
            </a:lvl4pPr>
            <a:lvl5pPr marL="1085823" indent="0">
              <a:buNone/>
              <a:defRPr>
                <a:latin typeface="+mn-lt"/>
              </a:defRPr>
            </a:lvl5pPr>
          </a:lstStyle>
          <a:p>
            <a:pPr lvl="0"/>
            <a:r>
              <a:rPr lang="en-US" dirty="0"/>
              <a:t>This page is an option should you wish to utilize a quote as a stand-alone slide within your presentation. The rest is lorem ipsum. Ut </a:t>
            </a:r>
            <a:r>
              <a:rPr lang="en-US" dirty="0" err="1"/>
              <a:t>enim</a:t>
            </a:r>
            <a:r>
              <a:rPr lang="en-US" dirty="0"/>
              <a:t> ad minim </a:t>
            </a:r>
            <a:r>
              <a:rPr lang="en-US" dirty="0" err="1"/>
              <a:t>quis</a:t>
            </a:r>
            <a:r>
              <a:rPr lang="en-US" dirty="0"/>
              <a:t> </a:t>
            </a:r>
            <a:r>
              <a:rPr lang="en-US" dirty="0" err="1"/>
              <a:t>nostrud</a:t>
            </a:r>
            <a:r>
              <a:rPr lang="en-US" dirty="0"/>
              <a:t>.</a:t>
            </a:r>
          </a:p>
        </p:txBody>
      </p:sp>
      <p:sp>
        <p:nvSpPr>
          <p:cNvPr id="14" name="Text Placeholder 13"/>
          <p:cNvSpPr>
            <a:spLocks noGrp="1"/>
          </p:cNvSpPr>
          <p:nvPr>
            <p:ph type="body" sz="quarter" idx="14" hasCustomPrompt="1"/>
          </p:nvPr>
        </p:nvSpPr>
        <p:spPr>
          <a:xfrm>
            <a:off x="447674" y="3696829"/>
            <a:ext cx="6513958" cy="430429"/>
          </a:xfrm>
          <a:prstGeom prst="rect">
            <a:avLst/>
          </a:prstGeom>
        </p:spPr>
        <p:txBody>
          <a:bodyPr>
            <a:normAutofit/>
          </a:bodyPr>
          <a:lstStyle>
            <a:lvl1pPr marL="0" indent="0">
              <a:lnSpc>
                <a:spcPct val="100000"/>
              </a:lnSpc>
              <a:buNone/>
              <a:defRPr sz="1800" b="0" i="0">
                <a:solidFill>
                  <a:schemeClr val="accent2"/>
                </a:solidFill>
                <a:latin typeface="Arial" panose="020B0604020202020204" pitchFamily="34" charset="0"/>
                <a:ea typeface="Helvetica Neue" panose="02000503000000020004" pitchFamily="2" charset="0"/>
                <a:cs typeface="Arial" panose="020B0604020202020204" pitchFamily="34" charset="0"/>
              </a:defRPr>
            </a:lvl1pPr>
          </a:lstStyle>
          <a:p>
            <a:pPr lvl="0"/>
            <a:r>
              <a:rPr lang="en-US" dirty="0"/>
              <a:t>Author’s Name</a:t>
            </a:r>
          </a:p>
        </p:txBody>
      </p:sp>
      <p:sp>
        <p:nvSpPr>
          <p:cNvPr id="15" name="Text Placeholder 13"/>
          <p:cNvSpPr>
            <a:spLocks noGrp="1"/>
          </p:cNvSpPr>
          <p:nvPr>
            <p:ph type="body" sz="quarter" idx="15" hasCustomPrompt="1"/>
          </p:nvPr>
        </p:nvSpPr>
        <p:spPr>
          <a:xfrm>
            <a:off x="447674" y="3980953"/>
            <a:ext cx="6513958" cy="440937"/>
          </a:xfrm>
          <a:prstGeom prst="rect">
            <a:avLst/>
          </a:prstGeom>
        </p:spPr>
        <p:txBody>
          <a:bodyPr>
            <a:normAutofit/>
          </a:bodyPr>
          <a:lstStyle>
            <a:lvl1pPr marL="0" indent="0">
              <a:lnSpc>
                <a:spcPts val="2000"/>
              </a:lnSpc>
              <a:buNone/>
              <a:defRPr sz="1800" b="0" i="0" baseline="0">
                <a:solidFill>
                  <a:schemeClr val="accent2"/>
                </a:solidFill>
                <a:latin typeface="Arial" panose="020B0604020202020204" pitchFamily="34" charset="0"/>
                <a:ea typeface="Helvetica Neue" panose="02000503000000020004" pitchFamily="2" charset="0"/>
                <a:cs typeface="Arial" panose="020B0604020202020204" pitchFamily="34" charset="0"/>
              </a:defRPr>
            </a:lvl1pPr>
          </a:lstStyle>
          <a:p>
            <a:pPr lvl="0"/>
            <a:r>
              <a:rPr lang="en-US" dirty="0"/>
              <a:t>Position Title</a:t>
            </a:r>
          </a:p>
        </p:txBody>
      </p:sp>
    </p:spTree>
    <p:extLst>
      <p:ext uri="{BB962C8B-B14F-4D97-AF65-F5344CB8AC3E}">
        <p14:creationId xmlns:p14="http://schemas.microsoft.com/office/powerpoint/2010/main" val="2073384317"/>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Quote Slide – Blue">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lvl1pPr>
              <a:defRPr b="0" i="0">
                <a:latin typeface="Arial" panose="020B0604020202020204" pitchFamily="34" charset="0"/>
                <a:ea typeface="Helvetica Neue" panose="02000503000000020004" pitchFamily="2" charset="0"/>
                <a:cs typeface="Arial" panose="020B0604020202020204" pitchFamily="34" charset="0"/>
              </a:defRPr>
            </a:lvl1pPr>
          </a:lstStyle>
          <a:p>
            <a:r>
              <a:rPr lang="en-US"/>
              <a:t>Presentation Title</a:t>
            </a:r>
            <a:endParaRPr lang="en-US" dirty="0"/>
          </a:p>
        </p:txBody>
      </p:sp>
      <p:sp>
        <p:nvSpPr>
          <p:cNvPr id="5" name="Slide Number Placeholder 4"/>
          <p:cNvSpPr>
            <a:spLocks noGrp="1"/>
          </p:cNvSpPr>
          <p:nvPr>
            <p:ph type="sldNum" sz="quarter" idx="12"/>
          </p:nvPr>
        </p:nvSpPr>
        <p:spPr/>
        <p:txBody>
          <a:bodyPr/>
          <a:lstStyle>
            <a:lvl1pPr>
              <a:defRPr b="0" i="0">
                <a:latin typeface="Arial" panose="020B0604020202020204" pitchFamily="34" charset="0"/>
                <a:ea typeface="Helvetica Neue" panose="02000503000000020004" pitchFamily="2" charset="0"/>
                <a:cs typeface="Arial" panose="020B0604020202020204" pitchFamily="34" charset="0"/>
              </a:defRPr>
            </a:lvl1pPr>
          </a:lstStyle>
          <a:p>
            <a:fld id="{7BCC8D0D-EAEC-449D-9161-023DFF90F2E2}" type="slidenum">
              <a:rPr lang="en-US" smtClean="0"/>
              <a:pPr/>
              <a:t>‹#›</a:t>
            </a:fld>
            <a:endParaRPr lang="en-US" dirty="0"/>
          </a:p>
        </p:txBody>
      </p:sp>
      <p:sp>
        <p:nvSpPr>
          <p:cNvPr id="7" name="TextBox 6"/>
          <p:cNvSpPr txBox="1"/>
          <p:nvPr userDrawn="1"/>
        </p:nvSpPr>
        <p:spPr bwMode="auto">
          <a:xfrm>
            <a:off x="457203" y="198783"/>
            <a:ext cx="1192695" cy="2123658"/>
          </a:xfrm>
          <a:prstGeom prst="rect">
            <a:avLst/>
          </a:prstGeom>
          <a:noFill/>
          <a:ln w="19050" algn="ctr">
            <a:noFill/>
            <a:miter lim="800000"/>
            <a:headEnd/>
            <a:tailEnd/>
          </a:ln>
        </p:spPr>
        <p:txBody>
          <a:bodyPr wrap="square" lIns="0" tIns="0" rIns="0" bIns="0" rtlCol="0">
            <a:spAutoFit/>
          </a:bodyPr>
          <a:lstStyle/>
          <a:p>
            <a:r>
              <a:rPr lang="en-US" sz="13800" b="0" i="0" dirty="0">
                <a:solidFill>
                  <a:schemeClr val="accent1"/>
                </a:solidFill>
                <a:latin typeface="Arial" panose="020B0604020202020204" pitchFamily="34" charset="0"/>
                <a:ea typeface="Helvetica Neue" panose="02000503000000020004" pitchFamily="2" charset="0"/>
                <a:cs typeface="Arial" panose="020B0604020202020204" pitchFamily="34" charset="0"/>
              </a:rPr>
              <a:t>“</a:t>
            </a:r>
          </a:p>
        </p:txBody>
      </p:sp>
      <p:sp>
        <p:nvSpPr>
          <p:cNvPr id="9" name="Text Placeholder 8"/>
          <p:cNvSpPr>
            <a:spLocks noGrp="1"/>
          </p:cNvSpPr>
          <p:nvPr>
            <p:ph type="body" sz="quarter" idx="13" hasCustomPrompt="1"/>
          </p:nvPr>
        </p:nvSpPr>
        <p:spPr>
          <a:xfrm>
            <a:off x="437601" y="1431236"/>
            <a:ext cx="8229323" cy="2107096"/>
          </a:xfrm>
          <a:prstGeom prst="rect">
            <a:avLst/>
          </a:prstGeom>
        </p:spPr>
        <p:txBody>
          <a:bodyPr anchor="ctr" anchorCtr="0">
            <a:normAutofit/>
          </a:bodyPr>
          <a:lstStyle>
            <a:lvl1pPr marL="0" indent="0">
              <a:lnSpc>
                <a:spcPct val="100000"/>
              </a:lnSpc>
              <a:buNone/>
              <a:defRPr sz="2800" b="0" i="0" baseline="0">
                <a:latin typeface="Arial" panose="020B0604020202020204" pitchFamily="34" charset="0"/>
                <a:ea typeface="Helvetica Neue" panose="02000503000000020004" pitchFamily="2" charset="0"/>
                <a:cs typeface="Arial" panose="020B0604020202020204" pitchFamily="34" charset="0"/>
              </a:defRPr>
            </a:lvl1pPr>
            <a:lvl2pPr marL="230181" indent="0">
              <a:buNone/>
              <a:defRPr>
                <a:latin typeface="+mn-lt"/>
              </a:defRPr>
            </a:lvl2pPr>
            <a:lvl3pPr marL="515924" indent="0">
              <a:buNone/>
              <a:defRPr>
                <a:latin typeface="+mn-lt"/>
              </a:defRPr>
            </a:lvl3pPr>
            <a:lvl4pPr marL="800080" indent="0">
              <a:buNone/>
              <a:defRPr>
                <a:latin typeface="+mn-lt"/>
              </a:defRPr>
            </a:lvl4pPr>
            <a:lvl5pPr marL="1085823" indent="0">
              <a:buNone/>
              <a:defRPr>
                <a:latin typeface="+mn-lt"/>
              </a:defRPr>
            </a:lvl5pPr>
          </a:lstStyle>
          <a:p>
            <a:pPr lvl="0"/>
            <a:r>
              <a:rPr lang="en-US" dirty="0"/>
              <a:t>This page is an option should you wish to utilize a quote as a stand-alone slide within your presentation. The rest is </a:t>
            </a:r>
            <a:r>
              <a:rPr lang="en-US" dirty="0" err="1"/>
              <a:t>lorem</a:t>
            </a:r>
            <a:r>
              <a:rPr lang="en-US" dirty="0"/>
              <a:t> </a:t>
            </a:r>
            <a:r>
              <a:rPr lang="en-US" dirty="0" err="1"/>
              <a:t>ipsum</a:t>
            </a:r>
            <a:r>
              <a:rPr lang="en-US" dirty="0"/>
              <a:t>. </a:t>
            </a:r>
            <a:r>
              <a:rPr lang="en-US" dirty="0" err="1"/>
              <a:t>Ut</a:t>
            </a:r>
            <a:r>
              <a:rPr lang="en-US" dirty="0"/>
              <a:t> </a:t>
            </a:r>
            <a:r>
              <a:rPr lang="en-US" dirty="0" err="1"/>
              <a:t>enim</a:t>
            </a:r>
            <a:r>
              <a:rPr lang="en-US" dirty="0"/>
              <a:t> ad minim </a:t>
            </a:r>
            <a:r>
              <a:rPr lang="en-US" dirty="0" err="1"/>
              <a:t>quis</a:t>
            </a:r>
            <a:r>
              <a:rPr lang="en-US" dirty="0"/>
              <a:t> </a:t>
            </a:r>
            <a:r>
              <a:rPr lang="en-US" dirty="0" err="1"/>
              <a:t>nostrud</a:t>
            </a:r>
            <a:r>
              <a:rPr lang="en-US" dirty="0"/>
              <a:t>.</a:t>
            </a:r>
          </a:p>
        </p:txBody>
      </p:sp>
      <p:sp>
        <p:nvSpPr>
          <p:cNvPr id="12" name="Text Placeholder 13"/>
          <p:cNvSpPr>
            <a:spLocks noGrp="1"/>
          </p:cNvSpPr>
          <p:nvPr>
            <p:ph type="body" sz="quarter" idx="14" hasCustomPrompt="1"/>
          </p:nvPr>
        </p:nvSpPr>
        <p:spPr>
          <a:xfrm>
            <a:off x="447674" y="3696829"/>
            <a:ext cx="6513958" cy="430429"/>
          </a:xfrm>
          <a:prstGeom prst="rect">
            <a:avLst/>
          </a:prstGeom>
        </p:spPr>
        <p:txBody>
          <a:bodyPr>
            <a:normAutofit/>
          </a:bodyPr>
          <a:lstStyle>
            <a:lvl1pPr marL="0" indent="0">
              <a:lnSpc>
                <a:spcPct val="100000"/>
              </a:lnSpc>
              <a:buNone/>
              <a:defRPr sz="1800" b="0" i="0">
                <a:solidFill>
                  <a:schemeClr val="accent1"/>
                </a:solidFill>
                <a:latin typeface="Arial" panose="020B0604020202020204" pitchFamily="34" charset="0"/>
                <a:ea typeface="Helvetica Neue" panose="02000503000000020004" pitchFamily="2" charset="0"/>
                <a:cs typeface="Arial" panose="020B0604020202020204" pitchFamily="34" charset="0"/>
              </a:defRPr>
            </a:lvl1pPr>
          </a:lstStyle>
          <a:p>
            <a:pPr lvl="0"/>
            <a:r>
              <a:rPr lang="en-US" dirty="0"/>
              <a:t>Author’s Name</a:t>
            </a:r>
          </a:p>
        </p:txBody>
      </p:sp>
      <p:sp>
        <p:nvSpPr>
          <p:cNvPr id="13" name="Text Placeholder 13"/>
          <p:cNvSpPr>
            <a:spLocks noGrp="1"/>
          </p:cNvSpPr>
          <p:nvPr>
            <p:ph type="body" sz="quarter" idx="15" hasCustomPrompt="1"/>
          </p:nvPr>
        </p:nvSpPr>
        <p:spPr>
          <a:xfrm>
            <a:off x="447674" y="3980953"/>
            <a:ext cx="6513958" cy="440937"/>
          </a:xfrm>
          <a:prstGeom prst="rect">
            <a:avLst/>
          </a:prstGeom>
        </p:spPr>
        <p:txBody>
          <a:bodyPr>
            <a:normAutofit/>
          </a:bodyPr>
          <a:lstStyle>
            <a:lvl1pPr marL="0" indent="0">
              <a:lnSpc>
                <a:spcPts val="2000"/>
              </a:lnSpc>
              <a:buNone/>
              <a:defRPr sz="1800" b="0" i="0" baseline="0">
                <a:solidFill>
                  <a:schemeClr val="accent1"/>
                </a:solidFill>
                <a:latin typeface="Arial" panose="020B0604020202020204" pitchFamily="34" charset="0"/>
                <a:ea typeface="Helvetica Neue" panose="02000503000000020004" pitchFamily="2" charset="0"/>
                <a:cs typeface="Arial" panose="020B0604020202020204" pitchFamily="34" charset="0"/>
              </a:defRPr>
            </a:lvl1pPr>
          </a:lstStyle>
          <a:p>
            <a:pPr lvl="0"/>
            <a:r>
              <a:rPr lang="en-US" dirty="0"/>
              <a:t>Position Title</a:t>
            </a:r>
          </a:p>
        </p:txBody>
      </p:sp>
    </p:spTree>
    <p:extLst>
      <p:ext uri="{BB962C8B-B14F-4D97-AF65-F5344CB8AC3E}">
        <p14:creationId xmlns:p14="http://schemas.microsoft.com/office/powerpoint/2010/main" val="62082544"/>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ivider Slide – Navy">
    <p:spTree>
      <p:nvGrpSpPr>
        <p:cNvPr id="1" name=""/>
        <p:cNvGrpSpPr/>
        <p:nvPr/>
      </p:nvGrpSpPr>
      <p:grpSpPr>
        <a:xfrm>
          <a:off x="0" y="0"/>
          <a:ext cx="0" cy="0"/>
          <a:chOff x="0" y="0"/>
          <a:chExt cx="0" cy="0"/>
        </a:xfrm>
      </p:grpSpPr>
      <p:sp>
        <p:nvSpPr>
          <p:cNvPr id="10" name="Footer Placeholder 9"/>
          <p:cNvSpPr>
            <a:spLocks noGrp="1"/>
          </p:cNvSpPr>
          <p:nvPr>
            <p:ph type="ftr" sz="quarter" idx="12"/>
          </p:nvPr>
        </p:nvSpPr>
        <p:spPr/>
        <p:txBody>
          <a:bodyPr/>
          <a:lstStyle>
            <a:lvl1pPr>
              <a:defRPr b="0" i="0">
                <a:latin typeface="Arial" panose="020B0604020202020204" pitchFamily="34" charset="0"/>
                <a:ea typeface="Helvetica Neue" panose="02000503000000020004" pitchFamily="2" charset="0"/>
                <a:cs typeface="Arial" panose="020B0604020202020204" pitchFamily="34" charset="0"/>
              </a:defRPr>
            </a:lvl1pPr>
          </a:lstStyle>
          <a:p>
            <a:r>
              <a:rPr lang="en-US"/>
              <a:t>Presentation Title</a:t>
            </a:r>
            <a:endParaRPr lang="en-US" dirty="0"/>
          </a:p>
        </p:txBody>
      </p:sp>
      <p:sp>
        <p:nvSpPr>
          <p:cNvPr id="14" name="Slide Number Placeholder 13"/>
          <p:cNvSpPr>
            <a:spLocks noGrp="1"/>
          </p:cNvSpPr>
          <p:nvPr>
            <p:ph type="sldNum" sz="quarter" idx="13"/>
          </p:nvPr>
        </p:nvSpPr>
        <p:spPr/>
        <p:txBody>
          <a:bodyPr/>
          <a:lstStyle>
            <a:lvl1pPr>
              <a:defRPr b="0" i="0">
                <a:latin typeface="Arial" panose="020B0604020202020204" pitchFamily="34" charset="0"/>
                <a:ea typeface="Helvetica Neue" panose="02000503000000020004" pitchFamily="2" charset="0"/>
                <a:cs typeface="Arial" panose="020B0604020202020204" pitchFamily="34" charset="0"/>
              </a:defRPr>
            </a:lvl1pPr>
          </a:lstStyle>
          <a:p>
            <a:fld id="{7BCC8D0D-EAEC-449D-9161-023DFF90F2E2}" type="slidenum">
              <a:rPr lang="en-US" smtClean="0"/>
              <a:pPr/>
              <a:t>‹#›</a:t>
            </a:fld>
            <a:endParaRPr lang="en-US" dirty="0"/>
          </a:p>
        </p:txBody>
      </p:sp>
      <p:sp>
        <p:nvSpPr>
          <p:cNvPr id="16" name="Title 15"/>
          <p:cNvSpPr>
            <a:spLocks noGrp="1"/>
          </p:cNvSpPr>
          <p:nvPr>
            <p:ph type="title" hasCustomPrompt="1"/>
          </p:nvPr>
        </p:nvSpPr>
        <p:spPr>
          <a:xfrm>
            <a:off x="453585" y="1754766"/>
            <a:ext cx="6593258" cy="1430138"/>
          </a:xfrm>
        </p:spPr>
        <p:txBody>
          <a:bodyPr anchor="ctr">
            <a:noAutofit/>
          </a:bodyPr>
          <a:lstStyle>
            <a:lvl1pPr>
              <a:defRPr sz="3600" b="0" i="0" baseline="0">
                <a:latin typeface="Garamond" panose="02020404030301010803" pitchFamily="18" charset="0"/>
                <a:ea typeface="Helvetica Neue" panose="02000503000000020004" pitchFamily="2" charset="0"/>
                <a:cs typeface="Arial" panose="020B0604020202020204" pitchFamily="34" charset="0"/>
              </a:defRPr>
            </a:lvl1pPr>
          </a:lstStyle>
          <a:p>
            <a:r>
              <a:rPr lang="en-US" dirty="0"/>
              <a:t>Section Header Here</a:t>
            </a:r>
          </a:p>
        </p:txBody>
      </p:sp>
      <p:sp>
        <p:nvSpPr>
          <p:cNvPr id="2" name="Rectangle 1"/>
          <p:cNvSpPr/>
          <p:nvPr userDrawn="1"/>
        </p:nvSpPr>
        <p:spPr bwMode="auto">
          <a:xfrm>
            <a:off x="2" y="1769166"/>
            <a:ext cx="248479" cy="1411357"/>
          </a:xfrm>
          <a:prstGeom prst="rect">
            <a:avLst/>
          </a:prstGeom>
          <a:solidFill>
            <a:schemeClr val="tx1"/>
          </a:solidFill>
          <a:ln w="19050" algn="ctr">
            <a:noFill/>
            <a:miter lim="800000"/>
            <a:headEnd/>
            <a:tailEnd/>
          </a:ln>
        </p:spPr>
        <p:txBody>
          <a:bodyPr wrap="none" rtlCol="0" anchor="ctr"/>
          <a:lstStyle/>
          <a:p>
            <a:pPr algn="ctr">
              <a:lnSpc>
                <a:spcPct val="90000"/>
              </a:lnSpc>
            </a:pPr>
            <a:endParaRPr lang="en-US" sz="1600" b="0" i="0" dirty="0" err="1">
              <a:solidFill>
                <a:schemeClr val="bg1"/>
              </a:solidFill>
              <a:latin typeface="Arial" panose="020B0604020202020204" pitchFamily="34" charset="0"/>
              <a:ea typeface="Helvetica Neue" panose="02000503000000020004" pitchFamily="2" charset="0"/>
              <a:cs typeface="Arial" panose="020B0604020202020204" pitchFamily="34" charset="0"/>
            </a:endParaRPr>
          </a:p>
        </p:txBody>
      </p:sp>
    </p:spTree>
    <p:extLst>
      <p:ext uri="{BB962C8B-B14F-4D97-AF65-F5344CB8AC3E}">
        <p14:creationId xmlns:p14="http://schemas.microsoft.com/office/powerpoint/2010/main" val="1116822056"/>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vider Slide – Teal">
    <p:spTree>
      <p:nvGrpSpPr>
        <p:cNvPr id="1" name=""/>
        <p:cNvGrpSpPr/>
        <p:nvPr/>
      </p:nvGrpSpPr>
      <p:grpSpPr>
        <a:xfrm>
          <a:off x="0" y="0"/>
          <a:ext cx="0" cy="0"/>
          <a:chOff x="0" y="0"/>
          <a:chExt cx="0" cy="0"/>
        </a:xfrm>
      </p:grpSpPr>
      <p:sp>
        <p:nvSpPr>
          <p:cNvPr id="10" name="Footer Placeholder 9"/>
          <p:cNvSpPr>
            <a:spLocks noGrp="1"/>
          </p:cNvSpPr>
          <p:nvPr>
            <p:ph type="ftr" sz="quarter" idx="12"/>
          </p:nvPr>
        </p:nvSpPr>
        <p:spPr/>
        <p:txBody>
          <a:bodyPr/>
          <a:lstStyle>
            <a:lvl1pPr>
              <a:defRPr b="0" i="0">
                <a:latin typeface="Arial" panose="020B0604020202020204" pitchFamily="34" charset="0"/>
                <a:ea typeface="Helvetica Neue" panose="02000503000000020004" pitchFamily="2" charset="0"/>
                <a:cs typeface="Arial" panose="020B0604020202020204" pitchFamily="34" charset="0"/>
              </a:defRPr>
            </a:lvl1pPr>
          </a:lstStyle>
          <a:p>
            <a:r>
              <a:rPr lang="en-US"/>
              <a:t>Presentation Title</a:t>
            </a:r>
            <a:endParaRPr lang="en-US" dirty="0"/>
          </a:p>
        </p:txBody>
      </p:sp>
      <p:sp>
        <p:nvSpPr>
          <p:cNvPr id="14" name="Slide Number Placeholder 13"/>
          <p:cNvSpPr>
            <a:spLocks noGrp="1"/>
          </p:cNvSpPr>
          <p:nvPr>
            <p:ph type="sldNum" sz="quarter" idx="13"/>
          </p:nvPr>
        </p:nvSpPr>
        <p:spPr/>
        <p:txBody>
          <a:bodyPr/>
          <a:lstStyle>
            <a:lvl1pPr>
              <a:defRPr b="0" i="0">
                <a:latin typeface="Arial" panose="020B0604020202020204" pitchFamily="34" charset="0"/>
                <a:ea typeface="Helvetica Neue" panose="02000503000000020004" pitchFamily="2" charset="0"/>
                <a:cs typeface="Arial" panose="020B0604020202020204" pitchFamily="34" charset="0"/>
              </a:defRPr>
            </a:lvl1pPr>
          </a:lstStyle>
          <a:p>
            <a:fld id="{7BCC8D0D-EAEC-449D-9161-023DFF90F2E2}" type="slidenum">
              <a:rPr lang="en-US" smtClean="0"/>
              <a:pPr/>
              <a:t>‹#›</a:t>
            </a:fld>
            <a:endParaRPr lang="en-US" dirty="0"/>
          </a:p>
        </p:txBody>
      </p:sp>
      <p:sp>
        <p:nvSpPr>
          <p:cNvPr id="16" name="Title 15"/>
          <p:cNvSpPr>
            <a:spLocks noGrp="1"/>
          </p:cNvSpPr>
          <p:nvPr>
            <p:ph type="title" hasCustomPrompt="1"/>
          </p:nvPr>
        </p:nvSpPr>
        <p:spPr>
          <a:xfrm>
            <a:off x="453585" y="1754766"/>
            <a:ext cx="6593258" cy="1430138"/>
          </a:xfrm>
        </p:spPr>
        <p:txBody>
          <a:bodyPr anchor="ctr">
            <a:noAutofit/>
          </a:bodyPr>
          <a:lstStyle>
            <a:lvl1pPr>
              <a:defRPr sz="3600" b="0" i="0" baseline="0">
                <a:solidFill>
                  <a:schemeClr val="accent2"/>
                </a:solidFill>
                <a:latin typeface="Garamond" panose="02020404030301010803" pitchFamily="18" charset="0"/>
                <a:ea typeface="Helvetica Neue" panose="02000503000000020004" pitchFamily="2" charset="0"/>
                <a:cs typeface="Arial" panose="020B0604020202020204" pitchFamily="34" charset="0"/>
              </a:defRPr>
            </a:lvl1pPr>
          </a:lstStyle>
          <a:p>
            <a:r>
              <a:rPr lang="en-US" dirty="0"/>
              <a:t>Section Header Here</a:t>
            </a:r>
          </a:p>
        </p:txBody>
      </p:sp>
      <p:sp>
        <p:nvSpPr>
          <p:cNvPr id="2" name="Rectangle 1"/>
          <p:cNvSpPr/>
          <p:nvPr userDrawn="1"/>
        </p:nvSpPr>
        <p:spPr bwMode="auto">
          <a:xfrm>
            <a:off x="2" y="1769166"/>
            <a:ext cx="248479" cy="1411357"/>
          </a:xfrm>
          <a:prstGeom prst="rect">
            <a:avLst/>
          </a:prstGeom>
          <a:solidFill>
            <a:schemeClr val="accent2"/>
          </a:solidFill>
          <a:ln w="19050" algn="ctr">
            <a:noFill/>
            <a:miter lim="800000"/>
            <a:headEnd/>
            <a:tailEnd/>
          </a:ln>
        </p:spPr>
        <p:txBody>
          <a:bodyPr wrap="none" rtlCol="0" anchor="ctr"/>
          <a:lstStyle/>
          <a:p>
            <a:pPr algn="ctr">
              <a:lnSpc>
                <a:spcPct val="90000"/>
              </a:lnSpc>
            </a:pPr>
            <a:endParaRPr lang="en-US" sz="1600" b="0" i="0" dirty="0" err="1">
              <a:solidFill>
                <a:schemeClr val="accent2"/>
              </a:solidFill>
              <a:latin typeface="Arial" panose="020B0604020202020204" pitchFamily="34" charset="0"/>
              <a:ea typeface="Helvetica Neue" panose="02000503000000020004" pitchFamily="2" charset="0"/>
              <a:cs typeface="Arial" panose="020B0604020202020204" pitchFamily="34" charset="0"/>
            </a:endParaRPr>
          </a:p>
        </p:txBody>
      </p:sp>
    </p:spTree>
    <p:extLst>
      <p:ext uri="{BB962C8B-B14F-4D97-AF65-F5344CB8AC3E}">
        <p14:creationId xmlns:p14="http://schemas.microsoft.com/office/powerpoint/2010/main" val="2138342550"/>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vider Slide – Blue">
    <p:spTree>
      <p:nvGrpSpPr>
        <p:cNvPr id="1" name=""/>
        <p:cNvGrpSpPr/>
        <p:nvPr/>
      </p:nvGrpSpPr>
      <p:grpSpPr>
        <a:xfrm>
          <a:off x="0" y="0"/>
          <a:ext cx="0" cy="0"/>
          <a:chOff x="0" y="0"/>
          <a:chExt cx="0" cy="0"/>
        </a:xfrm>
      </p:grpSpPr>
      <p:sp>
        <p:nvSpPr>
          <p:cNvPr id="10" name="Footer Placeholder 9"/>
          <p:cNvSpPr>
            <a:spLocks noGrp="1"/>
          </p:cNvSpPr>
          <p:nvPr>
            <p:ph type="ftr" sz="quarter" idx="12"/>
          </p:nvPr>
        </p:nvSpPr>
        <p:spPr/>
        <p:txBody>
          <a:bodyPr/>
          <a:lstStyle/>
          <a:p>
            <a:r>
              <a:rPr lang="en-US"/>
              <a:t>Presentation Title</a:t>
            </a:r>
            <a:endParaRPr lang="en-US" dirty="0"/>
          </a:p>
        </p:txBody>
      </p:sp>
      <p:sp>
        <p:nvSpPr>
          <p:cNvPr id="14" name="Slide Number Placeholder 13"/>
          <p:cNvSpPr>
            <a:spLocks noGrp="1"/>
          </p:cNvSpPr>
          <p:nvPr>
            <p:ph type="sldNum" sz="quarter" idx="13"/>
          </p:nvPr>
        </p:nvSpPr>
        <p:spPr/>
        <p:txBody>
          <a:bodyPr/>
          <a:lstStyle/>
          <a:p>
            <a:fld id="{7BCC8D0D-EAEC-449D-9161-023DFF90F2E2}" type="slidenum">
              <a:rPr lang="en-US" smtClean="0"/>
              <a:pPr/>
              <a:t>‹#›</a:t>
            </a:fld>
            <a:endParaRPr lang="en-US" dirty="0"/>
          </a:p>
        </p:txBody>
      </p:sp>
      <p:sp>
        <p:nvSpPr>
          <p:cNvPr id="16" name="Title 15"/>
          <p:cNvSpPr>
            <a:spLocks noGrp="1"/>
          </p:cNvSpPr>
          <p:nvPr>
            <p:ph type="title" hasCustomPrompt="1"/>
          </p:nvPr>
        </p:nvSpPr>
        <p:spPr>
          <a:xfrm>
            <a:off x="453585" y="1754766"/>
            <a:ext cx="6593258" cy="1430138"/>
          </a:xfrm>
        </p:spPr>
        <p:txBody>
          <a:bodyPr anchor="ctr">
            <a:noAutofit/>
          </a:bodyPr>
          <a:lstStyle>
            <a:lvl1pPr>
              <a:defRPr sz="3600" b="0" i="0" baseline="0">
                <a:solidFill>
                  <a:schemeClr val="accent1"/>
                </a:solidFill>
                <a:latin typeface="Garamond" panose="02020404030301010803" pitchFamily="18" charset="0"/>
                <a:ea typeface="Helvetica Neue" panose="02000503000000020004" pitchFamily="2" charset="0"/>
                <a:cs typeface="Arial" panose="020B0604020202020204" pitchFamily="34" charset="0"/>
              </a:defRPr>
            </a:lvl1pPr>
          </a:lstStyle>
          <a:p>
            <a:r>
              <a:rPr lang="en-US" dirty="0"/>
              <a:t>Section Header Here</a:t>
            </a:r>
          </a:p>
        </p:txBody>
      </p:sp>
      <p:sp>
        <p:nvSpPr>
          <p:cNvPr id="2" name="Rectangle 1"/>
          <p:cNvSpPr/>
          <p:nvPr userDrawn="1"/>
        </p:nvSpPr>
        <p:spPr bwMode="auto">
          <a:xfrm>
            <a:off x="2" y="1769166"/>
            <a:ext cx="248479" cy="1411357"/>
          </a:xfrm>
          <a:prstGeom prst="rect">
            <a:avLst/>
          </a:prstGeom>
          <a:solidFill>
            <a:schemeClr val="accent1"/>
          </a:solidFill>
          <a:ln w="19050" algn="ctr">
            <a:noFill/>
            <a:miter lim="800000"/>
            <a:headEnd/>
            <a:tailEnd/>
          </a:ln>
        </p:spPr>
        <p:txBody>
          <a:bodyPr wrap="none" rtlCol="0" anchor="ctr"/>
          <a:lstStyle/>
          <a:p>
            <a:pPr algn="ctr">
              <a:lnSpc>
                <a:spcPct val="90000"/>
              </a:lnSpc>
            </a:pPr>
            <a:endParaRPr lang="en-US" sz="1600" b="0" i="0" dirty="0" err="1">
              <a:solidFill>
                <a:schemeClr val="bg1"/>
              </a:solidFill>
              <a:latin typeface="Arial" panose="020B0604020202020204" pitchFamily="34" charset="0"/>
            </a:endParaRPr>
          </a:p>
        </p:txBody>
      </p:sp>
    </p:spTree>
    <p:extLst>
      <p:ext uri="{BB962C8B-B14F-4D97-AF65-F5344CB8AC3E}">
        <p14:creationId xmlns:p14="http://schemas.microsoft.com/office/powerpoint/2010/main" val="685944647"/>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Blank ">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51171771"/>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losing with logo – 1">
    <p:bg>
      <p:bgRef idx="1001">
        <a:schemeClr val="bg1"/>
      </p:bgRef>
    </p:bg>
    <p:spTree>
      <p:nvGrpSpPr>
        <p:cNvPr id="1" name=""/>
        <p:cNvGrpSpPr/>
        <p:nvPr/>
      </p:nvGrpSpPr>
      <p:grpSpPr>
        <a:xfrm>
          <a:off x="0" y="0"/>
          <a:ext cx="0" cy="0"/>
          <a:chOff x="0" y="0"/>
          <a:chExt cx="0" cy="0"/>
        </a:xfrm>
      </p:grpSpPr>
      <p:pic>
        <p:nvPicPr>
          <p:cNvPr id="4" name="Picture 41"/>
          <p:cNvPicPr>
            <a:picLocks noChangeAspect="1" noChangeArrowheads="1"/>
          </p:cNvPicPr>
          <p:nvPr userDrawn="1"/>
        </p:nvPicPr>
        <p:blipFill>
          <a:blip r:embed="rId2">
            <a:extLst>
              <a:ext uri="{28A0092B-C50C-407E-A947-70E740481C1C}">
                <a14:useLocalDpi xmlns:a14="http://schemas.microsoft.com/office/drawing/2010/main"/>
              </a:ext>
            </a:extLst>
          </a:blip>
          <a:srcRect/>
          <a:stretch>
            <a:fillRect/>
          </a:stretch>
        </p:blipFill>
        <p:spPr bwMode="invGray">
          <a:xfrm>
            <a:off x="3865186" y="2032663"/>
            <a:ext cx="1571041" cy="10257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4"/>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3866785" y="2037522"/>
            <a:ext cx="1574426" cy="1023730"/>
          </a:xfrm>
          <a:prstGeom prst="rect">
            <a:avLst/>
          </a:prstGeom>
        </p:spPr>
      </p:pic>
    </p:spTree>
    <p:extLst>
      <p:ext uri="{BB962C8B-B14F-4D97-AF65-F5344CB8AC3E}">
        <p14:creationId xmlns:p14="http://schemas.microsoft.com/office/powerpoint/2010/main" val="1406655376"/>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losing with logo – 2">
    <p:bg>
      <p:bgRef idx="1001">
        <a:schemeClr val="bg1"/>
      </p:bgRef>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879213" y="1884801"/>
            <a:ext cx="1374274" cy="1373900"/>
          </a:xfrm>
          <a:prstGeom prst="rect">
            <a:avLst/>
          </a:prstGeom>
        </p:spPr>
      </p:pic>
    </p:spTree>
    <p:extLst>
      <p:ext uri="{BB962C8B-B14F-4D97-AF65-F5344CB8AC3E}">
        <p14:creationId xmlns:p14="http://schemas.microsoft.com/office/powerpoint/2010/main" val="1801167232"/>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ver – Purple">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41903" y="241902"/>
            <a:ext cx="8902097" cy="4901598"/>
          </a:xfrm>
          <a:prstGeom prst="rect">
            <a:avLst/>
          </a:prstGeom>
        </p:spPr>
      </p:pic>
      <p:sp>
        <p:nvSpPr>
          <p:cNvPr id="2" name="Rectangle 1"/>
          <p:cNvSpPr/>
          <p:nvPr userDrawn="1"/>
        </p:nvSpPr>
        <p:spPr bwMode="auto">
          <a:xfrm>
            <a:off x="502920" y="0"/>
            <a:ext cx="5666935" cy="4304714"/>
          </a:xfrm>
          <a:prstGeom prst="rect">
            <a:avLst/>
          </a:prstGeom>
          <a:solidFill>
            <a:schemeClr val="accent4"/>
          </a:solidFill>
          <a:ln w="19050" algn="ctr">
            <a:noFill/>
            <a:miter lim="800000"/>
            <a:headEnd/>
            <a:tailEnd/>
          </a:ln>
        </p:spPr>
        <p:txBody>
          <a:bodyPr wrap="none" rtlCol="0" anchor="ctr"/>
          <a:lstStyle/>
          <a:p>
            <a:pPr algn="ctr">
              <a:lnSpc>
                <a:spcPct val="90000"/>
              </a:lnSpc>
            </a:pPr>
            <a:endParaRPr lang="en-US" sz="1600" b="1" dirty="0" err="1">
              <a:solidFill>
                <a:schemeClr val="tx1"/>
              </a:solidFill>
              <a:latin typeface="+mj-lt"/>
            </a:endParaRPr>
          </a:p>
        </p:txBody>
      </p:sp>
      <p:sp>
        <p:nvSpPr>
          <p:cNvPr id="20" name="Title 15"/>
          <p:cNvSpPr>
            <a:spLocks noGrp="1"/>
          </p:cNvSpPr>
          <p:nvPr>
            <p:ph type="title" hasCustomPrompt="1"/>
          </p:nvPr>
        </p:nvSpPr>
        <p:spPr>
          <a:xfrm>
            <a:off x="784273" y="1127896"/>
            <a:ext cx="4976447" cy="1311963"/>
          </a:xfrm>
        </p:spPr>
        <p:txBody>
          <a:bodyPr anchor="b">
            <a:noAutofit/>
          </a:bodyPr>
          <a:lstStyle>
            <a:lvl1pPr>
              <a:defRPr sz="3600" baseline="0">
                <a:solidFill>
                  <a:schemeClr val="bg1"/>
                </a:solidFill>
                <a:latin typeface="+mj-lt"/>
              </a:defRPr>
            </a:lvl1pPr>
          </a:lstStyle>
          <a:p>
            <a:r>
              <a:rPr lang="en-US" dirty="0"/>
              <a:t>Title Here</a:t>
            </a:r>
          </a:p>
        </p:txBody>
      </p:sp>
      <p:sp>
        <p:nvSpPr>
          <p:cNvPr id="9" name="Text Placeholder 3"/>
          <p:cNvSpPr>
            <a:spLocks noGrp="1"/>
          </p:cNvSpPr>
          <p:nvPr>
            <p:ph type="body" sz="quarter" idx="15" hasCustomPrompt="1"/>
          </p:nvPr>
        </p:nvSpPr>
        <p:spPr>
          <a:xfrm>
            <a:off x="787890" y="2526000"/>
            <a:ext cx="4972830" cy="508220"/>
          </a:xfrm>
          <a:prstGeom prst="rect">
            <a:avLst/>
          </a:prstGeom>
        </p:spPr>
        <p:txBody>
          <a:bodyPr>
            <a:noAutofit/>
          </a:bodyPr>
          <a:lstStyle>
            <a:lvl1pPr marL="0" indent="0" algn="l">
              <a:lnSpc>
                <a:spcPct val="100000"/>
              </a:lnSpc>
              <a:buNone/>
              <a:defRPr sz="1600" i="0">
                <a:solidFill>
                  <a:schemeClr val="bg1"/>
                </a:solidFill>
                <a:latin typeface="Arial" panose="020B0604020202020204" pitchFamily="34" charset="0"/>
                <a:cs typeface="Arial" panose="020B0604020202020204" pitchFamily="34" charset="0"/>
              </a:defRPr>
            </a:lvl1pPr>
            <a:lvl2pPr marL="230187" indent="0">
              <a:lnSpc>
                <a:spcPct val="100000"/>
              </a:lnSpc>
              <a:buNone/>
              <a:defRPr i="1">
                <a:latin typeface="+mn-lt"/>
              </a:defRPr>
            </a:lvl2pPr>
            <a:lvl3pPr marL="515937" indent="0">
              <a:lnSpc>
                <a:spcPct val="100000"/>
              </a:lnSpc>
              <a:buNone/>
              <a:defRPr i="1">
                <a:latin typeface="+mn-lt"/>
              </a:defRPr>
            </a:lvl3pPr>
            <a:lvl4pPr marL="800100" indent="0">
              <a:lnSpc>
                <a:spcPct val="100000"/>
              </a:lnSpc>
              <a:buNone/>
              <a:defRPr i="1">
                <a:latin typeface="+mn-lt"/>
              </a:defRPr>
            </a:lvl4pPr>
            <a:lvl5pPr marL="1085850" indent="0">
              <a:lnSpc>
                <a:spcPct val="100000"/>
              </a:lnSpc>
              <a:buNone/>
              <a:defRPr i="1">
                <a:latin typeface="+mn-lt"/>
              </a:defRPr>
            </a:lvl5pPr>
          </a:lstStyle>
          <a:p>
            <a:pPr lvl="0"/>
            <a:r>
              <a:rPr lang="en-US" dirty="0"/>
              <a:t>Optional Subhead here</a:t>
            </a:r>
          </a:p>
        </p:txBody>
      </p:sp>
      <p:sp>
        <p:nvSpPr>
          <p:cNvPr id="10" name="Date Placeholder 4"/>
          <p:cNvSpPr>
            <a:spLocks noGrp="1"/>
          </p:cNvSpPr>
          <p:nvPr>
            <p:ph type="dt" sz="half" idx="2"/>
          </p:nvPr>
        </p:nvSpPr>
        <p:spPr>
          <a:xfrm>
            <a:off x="785881" y="3869450"/>
            <a:ext cx="1925338" cy="178955"/>
          </a:xfrm>
          <a:prstGeom prst="rect">
            <a:avLst/>
          </a:prstGeom>
        </p:spPr>
        <p:txBody>
          <a:bodyPr vert="horz" wrap="square" lIns="91440" tIns="0" rIns="91440" bIns="0" rtlCol="0" anchor="b" anchorCtr="0">
            <a:noAutofit/>
          </a:bodyPr>
          <a:lstStyle>
            <a:lvl1pPr algn="l">
              <a:defRPr sz="1200" i="0">
                <a:solidFill>
                  <a:schemeClr val="bg1"/>
                </a:solidFill>
                <a:latin typeface="Arial" pitchFamily="34" charset="0"/>
                <a:cs typeface="Arial" pitchFamily="34" charset="0"/>
              </a:defRPr>
            </a:lvl1pPr>
          </a:lstStyle>
          <a:p>
            <a:fld id="{16DA20E0-8C75-E34C-9986-4E8E8E052B56}" type="datetime1">
              <a:rPr lang="en-US" smtClean="0"/>
              <a:t>1/5/22</a:t>
            </a:fld>
            <a:endParaRPr lang="en-US" dirty="0"/>
          </a:p>
        </p:txBody>
      </p:sp>
      <p:sp>
        <p:nvSpPr>
          <p:cNvPr id="12" name="Text Placeholder 2"/>
          <p:cNvSpPr>
            <a:spLocks noGrp="1"/>
          </p:cNvSpPr>
          <p:nvPr>
            <p:ph type="body" sz="quarter" idx="10" hasCustomPrompt="1"/>
          </p:nvPr>
        </p:nvSpPr>
        <p:spPr>
          <a:xfrm>
            <a:off x="784274" y="3355288"/>
            <a:ext cx="4191461" cy="426719"/>
          </a:xfrm>
          <a:prstGeom prst="rect">
            <a:avLst/>
          </a:prstGeom>
        </p:spPr>
        <p:txBody>
          <a:bodyPr vert="horz" wrap="square" lIns="91440" tIns="0" rIns="91440" bIns="0" rtlCol="0" anchor="b" anchorCtr="0">
            <a:noAutofit/>
          </a:bodyPr>
          <a:lstStyle>
            <a:lvl1pPr marL="0" indent="0">
              <a:lnSpc>
                <a:spcPct val="100000"/>
              </a:lnSpc>
              <a:spcBef>
                <a:spcPts val="0"/>
              </a:spcBef>
              <a:spcAft>
                <a:spcPts val="0"/>
              </a:spcAft>
              <a:buNone/>
              <a:defRPr lang="en-US" sz="1600" i="0" baseline="0" dirty="0" smtClean="0">
                <a:solidFill>
                  <a:schemeClr val="bg1"/>
                </a:solidFill>
                <a:cs typeface="Arial" pitchFamily="34" charset="0"/>
              </a:defRPr>
            </a:lvl1pPr>
            <a:lvl2pPr>
              <a:defRPr lang="en-US" sz="1800" dirty="0" smtClean="0">
                <a:latin typeface="+mn-lt"/>
              </a:defRPr>
            </a:lvl2pPr>
            <a:lvl3pPr>
              <a:defRPr lang="en-US" sz="1800" dirty="0" smtClean="0">
                <a:latin typeface="+mn-lt"/>
              </a:defRPr>
            </a:lvl3pPr>
            <a:lvl4pPr>
              <a:defRPr lang="en-US" sz="1800" dirty="0" smtClean="0">
                <a:latin typeface="+mn-lt"/>
              </a:defRPr>
            </a:lvl4pPr>
            <a:lvl5pPr>
              <a:defRPr lang="en-US" sz="1800" dirty="0">
                <a:latin typeface="+mn-lt"/>
              </a:defRPr>
            </a:lvl5pPr>
          </a:lstStyle>
          <a:p>
            <a:pPr marL="0" lvl="0"/>
            <a:r>
              <a:rPr lang="en-US"/>
              <a:t>Presenter’s </a:t>
            </a:r>
            <a:r>
              <a:rPr lang="en-US" dirty="0"/>
              <a:t>Name</a:t>
            </a:r>
          </a:p>
        </p:txBody>
      </p:sp>
      <p:grpSp>
        <p:nvGrpSpPr>
          <p:cNvPr id="19" name="Group 18"/>
          <p:cNvGrpSpPr/>
          <p:nvPr userDrawn="1"/>
        </p:nvGrpSpPr>
        <p:grpSpPr>
          <a:xfrm>
            <a:off x="784273" y="154459"/>
            <a:ext cx="3353012" cy="660923"/>
            <a:chOff x="784276" y="216786"/>
            <a:chExt cx="3819176" cy="752810"/>
          </a:xfrm>
        </p:grpSpPr>
        <p:pic>
          <p:nvPicPr>
            <p:cNvPr id="22" name="Picture 2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84276" y="216786"/>
              <a:ext cx="3819176" cy="752810"/>
            </a:xfrm>
            <a:prstGeom prst="rect">
              <a:avLst/>
            </a:prstGeom>
          </p:spPr>
        </p:pic>
        <p:cxnSp>
          <p:nvCxnSpPr>
            <p:cNvPr id="23" name="Straight Connector 22"/>
            <p:cNvCxnSpPr/>
            <p:nvPr userDrawn="1"/>
          </p:nvCxnSpPr>
          <p:spPr>
            <a:xfrm>
              <a:off x="1924755" y="216786"/>
              <a:ext cx="0" cy="752810"/>
            </a:xfrm>
            <a:prstGeom prst="line">
              <a:avLst/>
            </a:prstGeom>
            <a:ln w="2540">
              <a:solidFill>
                <a:schemeClr val="bg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695435615"/>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ver – Blue 1">
    <p:bg>
      <p:bgRef idx="1001">
        <a:schemeClr val="bg1"/>
      </p:bgRef>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41903" y="241902"/>
            <a:ext cx="8908063" cy="4901598"/>
          </a:xfrm>
          <a:prstGeom prst="rect">
            <a:avLst/>
          </a:prstGeom>
        </p:spPr>
      </p:pic>
      <p:sp>
        <p:nvSpPr>
          <p:cNvPr id="2" name="Rectangle 1"/>
          <p:cNvSpPr/>
          <p:nvPr userDrawn="1"/>
        </p:nvSpPr>
        <p:spPr bwMode="auto">
          <a:xfrm>
            <a:off x="502920" y="0"/>
            <a:ext cx="5666935" cy="4304714"/>
          </a:xfrm>
          <a:prstGeom prst="rect">
            <a:avLst/>
          </a:prstGeom>
          <a:solidFill>
            <a:schemeClr val="accent1"/>
          </a:solidFill>
          <a:ln w="19050" algn="ctr">
            <a:noFill/>
            <a:miter lim="800000"/>
            <a:headEnd/>
            <a:tailEnd/>
          </a:ln>
        </p:spPr>
        <p:txBody>
          <a:bodyPr wrap="none" rtlCol="0" anchor="ctr"/>
          <a:lstStyle/>
          <a:p>
            <a:pPr algn="ctr">
              <a:lnSpc>
                <a:spcPct val="90000"/>
              </a:lnSpc>
            </a:pPr>
            <a:endParaRPr lang="en-US" sz="1600" b="1" dirty="0" err="1">
              <a:solidFill>
                <a:schemeClr val="tx1"/>
              </a:solidFill>
              <a:latin typeface="+mj-lt"/>
            </a:endParaRPr>
          </a:p>
        </p:txBody>
      </p:sp>
      <p:sp>
        <p:nvSpPr>
          <p:cNvPr id="13" name="Date Placeholder 4"/>
          <p:cNvSpPr>
            <a:spLocks noGrp="1"/>
          </p:cNvSpPr>
          <p:nvPr>
            <p:ph type="dt" sz="half" idx="2"/>
          </p:nvPr>
        </p:nvSpPr>
        <p:spPr>
          <a:xfrm>
            <a:off x="785881" y="3869450"/>
            <a:ext cx="1925338" cy="178955"/>
          </a:xfrm>
          <a:prstGeom prst="rect">
            <a:avLst/>
          </a:prstGeom>
        </p:spPr>
        <p:txBody>
          <a:bodyPr vert="horz" wrap="square" lIns="91440" tIns="0" rIns="91440" bIns="0" rtlCol="0" anchor="b" anchorCtr="0">
            <a:noAutofit/>
          </a:bodyPr>
          <a:lstStyle>
            <a:lvl1pPr algn="l">
              <a:defRPr sz="1200" i="0">
                <a:solidFill>
                  <a:schemeClr val="bg1"/>
                </a:solidFill>
                <a:latin typeface="Arial" pitchFamily="34" charset="0"/>
                <a:cs typeface="Arial" pitchFamily="34" charset="0"/>
              </a:defRPr>
            </a:lvl1pPr>
          </a:lstStyle>
          <a:p>
            <a:fld id="{8AD5C70B-2151-BA48-845F-BC21E0C9A9F3}" type="datetime1">
              <a:rPr lang="en-US" smtClean="0"/>
              <a:t>1/5/22</a:t>
            </a:fld>
            <a:endParaRPr lang="en-US" dirty="0"/>
          </a:p>
        </p:txBody>
      </p:sp>
      <p:sp>
        <p:nvSpPr>
          <p:cNvPr id="20" name="Title 15"/>
          <p:cNvSpPr>
            <a:spLocks noGrp="1"/>
          </p:cNvSpPr>
          <p:nvPr>
            <p:ph type="title" hasCustomPrompt="1"/>
          </p:nvPr>
        </p:nvSpPr>
        <p:spPr>
          <a:xfrm>
            <a:off x="784273" y="1127896"/>
            <a:ext cx="4976447" cy="1311963"/>
          </a:xfrm>
        </p:spPr>
        <p:txBody>
          <a:bodyPr anchor="b">
            <a:noAutofit/>
          </a:bodyPr>
          <a:lstStyle>
            <a:lvl1pPr>
              <a:defRPr sz="3600" baseline="0">
                <a:solidFill>
                  <a:schemeClr val="bg1"/>
                </a:solidFill>
                <a:latin typeface="+mj-lt"/>
              </a:defRPr>
            </a:lvl1pPr>
          </a:lstStyle>
          <a:p>
            <a:r>
              <a:rPr lang="en-US" dirty="0"/>
              <a:t>Title Here</a:t>
            </a:r>
          </a:p>
        </p:txBody>
      </p:sp>
      <p:sp>
        <p:nvSpPr>
          <p:cNvPr id="9" name="Text Placeholder 3"/>
          <p:cNvSpPr>
            <a:spLocks noGrp="1"/>
          </p:cNvSpPr>
          <p:nvPr>
            <p:ph type="body" sz="quarter" idx="15" hasCustomPrompt="1"/>
          </p:nvPr>
        </p:nvSpPr>
        <p:spPr>
          <a:xfrm>
            <a:off x="787890" y="2526000"/>
            <a:ext cx="4972830" cy="508220"/>
          </a:xfrm>
          <a:prstGeom prst="rect">
            <a:avLst/>
          </a:prstGeom>
        </p:spPr>
        <p:txBody>
          <a:bodyPr>
            <a:noAutofit/>
          </a:bodyPr>
          <a:lstStyle>
            <a:lvl1pPr marL="0" indent="0" algn="l">
              <a:lnSpc>
                <a:spcPct val="100000"/>
              </a:lnSpc>
              <a:buNone/>
              <a:defRPr sz="1600" i="0">
                <a:solidFill>
                  <a:schemeClr val="bg1"/>
                </a:solidFill>
                <a:latin typeface="Arial" panose="020B0604020202020204" pitchFamily="34" charset="0"/>
                <a:cs typeface="Arial" panose="020B0604020202020204" pitchFamily="34" charset="0"/>
              </a:defRPr>
            </a:lvl1pPr>
            <a:lvl2pPr marL="230187" indent="0">
              <a:lnSpc>
                <a:spcPct val="100000"/>
              </a:lnSpc>
              <a:buNone/>
              <a:defRPr i="1">
                <a:latin typeface="+mn-lt"/>
              </a:defRPr>
            </a:lvl2pPr>
            <a:lvl3pPr marL="515937" indent="0">
              <a:lnSpc>
                <a:spcPct val="100000"/>
              </a:lnSpc>
              <a:buNone/>
              <a:defRPr i="1">
                <a:latin typeface="+mn-lt"/>
              </a:defRPr>
            </a:lvl3pPr>
            <a:lvl4pPr marL="800100" indent="0">
              <a:lnSpc>
                <a:spcPct val="100000"/>
              </a:lnSpc>
              <a:buNone/>
              <a:defRPr i="1">
                <a:latin typeface="+mn-lt"/>
              </a:defRPr>
            </a:lvl4pPr>
            <a:lvl5pPr marL="1085850" indent="0">
              <a:lnSpc>
                <a:spcPct val="100000"/>
              </a:lnSpc>
              <a:buNone/>
              <a:defRPr i="1">
                <a:latin typeface="+mn-lt"/>
              </a:defRPr>
            </a:lvl5pPr>
          </a:lstStyle>
          <a:p>
            <a:pPr lvl="0"/>
            <a:r>
              <a:rPr lang="en-US" dirty="0"/>
              <a:t>Optional Subhead here</a:t>
            </a:r>
          </a:p>
        </p:txBody>
      </p:sp>
      <p:sp>
        <p:nvSpPr>
          <p:cNvPr id="10" name="Text Placeholder 2"/>
          <p:cNvSpPr>
            <a:spLocks noGrp="1"/>
          </p:cNvSpPr>
          <p:nvPr>
            <p:ph type="body" sz="quarter" idx="10" hasCustomPrompt="1"/>
          </p:nvPr>
        </p:nvSpPr>
        <p:spPr>
          <a:xfrm>
            <a:off x="784274" y="3355288"/>
            <a:ext cx="4191461" cy="426719"/>
          </a:xfrm>
          <a:prstGeom prst="rect">
            <a:avLst/>
          </a:prstGeom>
        </p:spPr>
        <p:txBody>
          <a:bodyPr vert="horz" wrap="square" lIns="91440" tIns="0" rIns="91440" bIns="0" rtlCol="0" anchor="b" anchorCtr="0">
            <a:noAutofit/>
          </a:bodyPr>
          <a:lstStyle>
            <a:lvl1pPr marL="0" indent="0">
              <a:lnSpc>
                <a:spcPct val="100000"/>
              </a:lnSpc>
              <a:spcBef>
                <a:spcPts val="0"/>
              </a:spcBef>
              <a:spcAft>
                <a:spcPts val="0"/>
              </a:spcAft>
              <a:buNone/>
              <a:defRPr lang="en-US" sz="1600" i="0" baseline="0" dirty="0" smtClean="0">
                <a:solidFill>
                  <a:schemeClr val="bg1"/>
                </a:solidFill>
                <a:cs typeface="Arial" pitchFamily="34" charset="0"/>
              </a:defRPr>
            </a:lvl1pPr>
            <a:lvl2pPr>
              <a:defRPr lang="en-US" sz="1800" dirty="0" smtClean="0">
                <a:latin typeface="+mn-lt"/>
              </a:defRPr>
            </a:lvl2pPr>
            <a:lvl3pPr>
              <a:defRPr lang="en-US" sz="1800" dirty="0" smtClean="0">
                <a:latin typeface="+mn-lt"/>
              </a:defRPr>
            </a:lvl3pPr>
            <a:lvl4pPr>
              <a:defRPr lang="en-US" sz="1800" dirty="0" smtClean="0">
                <a:latin typeface="+mn-lt"/>
              </a:defRPr>
            </a:lvl4pPr>
            <a:lvl5pPr>
              <a:defRPr lang="en-US" sz="1800" dirty="0">
                <a:latin typeface="+mn-lt"/>
              </a:defRPr>
            </a:lvl5pPr>
          </a:lstStyle>
          <a:p>
            <a:pPr marL="0" lvl="0"/>
            <a:r>
              <a:rPr lang="en-US"/>
              <a:t>Presenter’s </a:t>
            </a:r>
            <a:r>
              <a:rPr lang="en-US" dirty="0"/>
              <a:t>Name</a:t>
            </a:r>
          </a:p>
        </p:txBody>
      </p:sp>
      <p:grpSp>
        <p:nvGrpSpPr>
          <p:cNvPr id="12" name="Group 11"/>
          <p:cNvGrpSpPr/>
          <p:nvPr userDrawn="1"/>
        </p:nvGrpSpPr>
        <p:grpSpPr>
          <a:xfrm>
            <a:off x="784273" y="154459"/>
            <a:ext cx="3353012" cy="660923"/>
            <a:chOff x="784276" y="216786"/>
            <a:chExt cx="3819176" cy="752810"/>
          </a:xfrm>
        </p:grpSpPr>
        <p:pic>
          <p:nvPicPr>
            <p:cNvPr id="14" name="Picture 1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84276" y="216786"/>
              <a:ext cx="3819176" cy="752810"/>
            </a:xfrm>
            <a:prstGeom prst="rect">
              <a:avLst/>
            </a:prstGeom>
          </p:spPr>
        </p:pic>
        <p:cxnSp>
          <p:nvCxnSpPr>
            <p:cNvPr id="15" name="Straight Connector 14"/>
            <p:cNvCxnSpPr/>
            <p:nvPr userDrawn="1"/>
          </p:nvCxnSpPr>
          <p:spPr>
            <a:xfrm>
              <a:off x="1924755" y="216786"/>
              <a:ext cx="0" cy="752810"/>
            </a:xfrm>
            <a:prstGeom prst="line">
              <a:avLst/>
            </a:prstGeom>
            <a:ln w="2540">
              <a:solidFill>
                <a:schemeClr val="bg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901343695"/>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ver -Navy">
    <p:spTree>
      <p:nvGrpSpPr>
        <p:cNvPr id="1" name=""/>
        <p:cNvGrpSpPr/>
        <p:nvPr/>
      </p:nvGrpSpPr>
      <p:grpSpPr>
        <a:xfrm>
          <a:off x="0" y="0"/>
          <a:ext cx="0" cy="0"/>
          <a:chOff x="0" y="0"/>
          <a:chExt cx="0" cy="0"/>
        </a:xfrm>
      </p:grpSpPr>
      <p:pic>
        <p:nvPicPr>
          <p:cNvPr id="15" name="Picture 14"/>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41903" y="235843"/>
            <a:ext cx="8902097" cy="4907657"/>
          </a:xfrm>
          <a:prstGeom prst="rect">
            <a:avLst/>
          </a:prstGeom>
        </p:spPr>
      </p:pic>
      <p:sp>
        <p:nvSpPr>
          <p:cNvPr id="6" name="Rectangle 5"/>
          <p:cNvSpPr/>
          <p:nvPr userDrawn="1"/>
        </p:nvSpPr>
        <p:spPr bwMode="auto">
          <a:xfrm>
            <a:off x="502920" y="0"/>
            <a:ext cx="5666935" cy="4304714"/>
          </a:xfrm>
          <a:prstGeom prst="rect">
            <a:avLst/>
          </a:prstGeom>
          <a:solidFill>
            <a:schemeClr val="tx1"/>
          </a:solidFill>
          <a:ln w="19050" algn="ctr">
            <a:noFill/>
            <a:miter lim="800000"/>
            <a:headEnd/>
            <a:tailEnd/>
          </a:ln>
        </p:spPr>
        <p:txBody>
          <a:bodyPr wrap="none" rtlCol="0" anchor="ctr"/>
          <a:lstStyle/>
          <a:p>
            <a:pPr algn="ctr">
              <a:lnSpc>
                <a:spcPct val="90000"/>
              </a:lnSpc>
            </a:pPr>
            <a:endParaRPr lang="en-US" sz="1600" b="1" dirty="0" err="1">
              <a:solidFill>
                <a:schemeClr val="tx1"/>
              </a:solidFill>
              <a:latin typeface="+mj-lt"/>
            </a:endParaRPr>
          </a:p>
        </p:txBody>
      </p:sp>
      <p:sp>
        <p:nvSpPr>
          <p:cNvPr id="7" name="Date Placeholder 4"/>
          <p:cNvSpPr>
            <a:spLocks noGrp="1"/>
          </p:cNvSpPr>
          <p:nvPr>
            <p:ph type="dt" sz="half" idx="2"/>
          </p:nvPr>
        </p:nvSpPr>
        <p:spPr>
          <a:xfrm>
            <a:off x="785881" y="3869450"/>
            <a:ext cx="1925338" cy="178955"/>
          </a:xfrm>
          <a:prstGeom prst="rect">
            <a:avLst/>
          </a:prstGeom>
        </p:spPr>
        <p:txBody>
          <a:bodyPr vert="horz" wrap="square" lIns="91440" tIns="0" rIns="91440" bIns="0" rtlCol="0" anchor="b" anchorCtr="0">
            <a:noAutofit/>
          </a:bodyPr>
          <a:lstStyle>
            <a:lvl1pPr algn="l">
              <a:defRPr sz="1200" i="0">
                <a:solidFill>
                  <a:schemeClr val="bg1"/>
                </a:solidFill>
                <a:latin typeface="Arial" pitchFamily="34" charset="0"/>
                <a:cs typeface="Arial" pitchFamily="34" charset="0"/>
              </a:defRPr>
            </a:lvl1pPr>
          </a:lstStyle>
          <a:p>
            <a:fld id="{0D05C1BC-C759-B148-90D0-50D42E589D0E}" type="datetime1">
              <a:rPr lang="en-US" smtClean="0"/>
              <a:t>1/5/22</a:t>
            </a:fld>
            <a:endParaRPr lang="en-US" dirty="0"/>
          </a:p>
        </p:txBody>
      </p:sp>
      <p:sp>
        <p:nvSpPr>
          <p:cNvPr id="8" name="Title 15"/>
          <p:cNvSpPr>
            <a:spLocks noGrp="1"/>
          </p:cNvSpPr>
          <p:nvPr>
            <p:ph type="title" hasCustomPrompt="1"/>
          </p:nvPr>
        </p:nvSpPr>
        <p:spPr>
          <a:xfrm>
            <a:off x="784273" y="1127896"/>
            <a:ext cx="4976447" cy="1311963"/>
          </a:xfrm>
        </p:spPr>
        <p:txBody>
          <a:bodyPr anchor="b">
            <a:noAutofit/>
          </a:bodyPr>
          <a:lstStyle>
            <a:lvl1pPr>
              <a:defRPr sz="3600" baseline="0">
                <a:solidFill>
                  <a:schemeClr val="bg1"/>
                </a:solidFill>
                <a:latin typeface="+mj-lt"/>
              </a:defRPr>
            </a:lvl1pPr>
          </a:lstStyle>
          <a:p>
            <a:r>
              <a:rPr lang="en-US" dirty="0"/>
              <a:t>Title Here</a:t>
            </a:r>
          </a:p>
        </p:txBody>
      </p:sp>
      <p:sp>
        <p:nvSpPr>
          <p:cNvPr id="9" name="Text Placeholder 3"/>
          <p:cNvSpPr>
            <a:spLocks noGrp="1"/>
          </p:cNvSpPr>
          <p:nvPr>
            <p:ph type="body" sz="quarter" idx="15" hasCustomPrompt="1"/>
          </p:nvPr>
        </p:nvSpPr>
        <p:spPr>
          <a:xfrm>
            <a:off x="787890" y="2526000"/>
            <a:ext cx="4972830" cy="508220"/>
          </a:xfrm>
          <a:prstGeom prst="rect">
            <a:avLst/>
          </a:prstGeom>
        </p:spPr>
        <p:txBody>
          <a:bodyPr>
            <a:noAutofit/>
          </a:bodyPr>
          <a:lstStyle>
            <a:lvl1pPr marL="0" indent="0" algn="l">
              <a:lnSpc>
                <a:spcPct val="100000"/>
              </a:lnSpc>
              <a:buNone/>
              <a:defRPr sz="1600" i="0">
                <a:solidFill>
                  <a:schemeClr val="bg1"/>
                </a:solidFill>
                <a:latin typeface="Arial" panose="020B0604020202020204" pitchFamily="34" charset="0"/>
                <a:cs typeface="Arial" panose="020B0604020202020204" pitchFamily="34" charset="0"/>
              </a:defRPr>
            </a:lvl1pPr>
            <a:lvl2pPr marL="230187" indent="0">
              <a:lnSpc>
                <a:spcPct val="100000"/>
              </a:lnSpc>
              <a:buNone/>
              <a:defRPr i="1">
                <a:latin typeface="+mn-lt"/>
              </a:defRPr>
            </a:lvl2pPr>
            <a:lvl3pPr marL="515937" indent="0">
              <a:lnSpc>
                <a:spcPct val="100000"/>
              </a:lnSpc>
              <a:buNone/>
              <a:defRPr i="1">
                <a:latin typeface="+mn-lt"/>
              </a:defRPr>
            </a:lvl3pPr>
            <a:lvl4pPr marL="800100" indent="0">
              <a:lnSpc>
                <a:spcPct val="100000"/>
              </a:lnSpc>
              <a:buNone/>
              <a:defRPr i="1">
                <a:latin typeface="+mn-lt"/>
              </a:defRPr>
            </a:lvl4pPr>
            <a:lvl5pPr marL="1085850" indent="0">
              <a:lnSpc>
                <a:spcPct val="100000"/>
              </a:lnSpc>
              <a:buNone/>
              <a:defRPr i="1">
                <a:latin typeface="+mn-lt"/>
              </a:defRPr>
            </a:lvl5pPr>
          </a:lstStyle>
          <a:p>
            <a:pPr lvl="0"/>
            <a:r>
              <a:rPr lang="en-US" dirty="0"/>
              <a:t>Optional Subhead here</a:t>
            </a:r>
          </a:p>
        </p:txBody>
      </p:sp>
      <p:sp>
        <p:nvSpPr>
          <p:cNvPr id="10" name="Text Placeholder 2"/>
          <p:cNvSpPr>
            <a:spLocks noGrp="1"/>
          </p:cNvSpPr>
          <p:nvPr>
            <p:ph type="body" sz="quarter" idx="10" hasCustomPrompt="1"/>
          </p:nvPr>
        </p:nvSpPr>
        <p:spPr>
          <a:xfrm>
            <a:off x="784274" y="3355288"/>
            <a:ext cx="4191461" cy="426719"/>
          </a:xfrm>
          <a:prstGeom prst="rect">
            <a:avLst/>
          </a:prstGeom>
        </p:spPr>
        <p:txBody>
          <a:bodyPr vert="horz" wrap="square" lIns="91440" tIns="0" rIns="91440" bIns="0" rtlCol="0" anchor="b" anchorCtr="0">
            <a:noAutofit/>
          </a:bodyPr>
          <a:lstStyle>
            <a:lvl1pPr marL="0" indent="0">
              <a:lnSpc>
                <a:spcPct val="100000"/>
              </a:lnSpc>
              <a:spcBef>
                <a:spcPts val="0"/>
              </a:spcBef>
              <a:spcAft>
                <a:spcPts val="0"/>
              </a:spcAft>
              <a:buNone/>
              <a:defRPr lang="en-US" sz="1600" i="0" baseline="0" dirty="0" smtClean="0">
                <a:solidFill>
                  <a:schemeClr val="bg1"/>
                </a:solidFill>
                <a:cs typeface="Arial" pitchFamily="34" charset="0"/>
              </a:defRPr>
            </a:lvl1pPr>
            <a:lvl2pPr>
              <a:defRPr lang="en-US" sz="1800" dirty="0" smtClean="0">
                <a:latin typeface="+mn-lt"/>
              </a:defRPr>
            </a:lvl2pPr>
            <a:lvl3pPr>
              <a:defRPr lang="en-US" sz="1800" dirty="0" smtClean="0">
                <a:latin typeface="+mn-lt"/>
              </a:defRPr>
            </a:lvl3pPr>
            <a:lvl4pPr>
              <a:defRPr lang="en-US" sz="1800" dirty="0" smtClean="0">
                <a:latin typeface="+mn-lt"/>
              </a:defRPr>
            </a:lvl4pPr>
            <a:lvl5pPr>
              <a:defRPr lang="en-US" sz="1800" dirty="0">
                <a:latin typeface="+mn-lt"/>
              </a:defRPr>
            </a:lvl5pPr>
          </a:lstStyle>
          <a:p>
            <a:pPr marL="0" lvl="0"/>
            <a:r>
              <a:rPr lang="en-US"/>
              <a:t>Presenter’s </a:t>
            </a:r>
            <a:r>
              <a:rPr lang="en-US" dirty="0"/>
              <a:t>Name</a:t>
            </a:r>
          </a:p>
        </p:txBody>
      </p:sp>
      <p:grpSp>
        <p:nvGrpSpPr>
          <p:cNvPr id="16" name="Group 15"/>
          <p:cNvGrpSpPr/>
          <p:nvPr userDrawn="1"/>
        </p:nvGrpSpPr>
        <p:grpSpPr>
          <a:xfrm>
            <a:off x="784273" y="154459"/>
            <a:ext cx="3353012" cy="660923"/>
            <a:chOff x="784276" y="216786"/>
            <a:chExt cx="3819176" cy="752810"/>
          </a:xfrm>
        </p:grpSpPr>
        <p:pic>
          <p:nvPicPr>
            <p:cNvPr id="17" name="Picture 1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84276" y="216786"/>
              <a:ext cx="3819176" cy="752810"/>
            </a:xfrm>
            <a:prstGeom prst="rect">
              <a:avLst/>
            </a:prstGeom>
          </p:spPr>
        </p:pic>
        <p:cxnSp>
          <p:nvCxnSpPr>
            <p:cNvPr id="18" name="Straight Connector 17"/>
            <p:cNvCxnSpPr/>
            <p:nvPr userDrawn="1"/>
          </p:nvCxnSpPr>
          <p:spPr>
            <a:xfrm>
              <a:off x="1924755" y="216786"/>
              <a:ext cx="0" cy="752810"/>
            </a:xfrm>
            <a:prstGeom prst="line">
              <a:avLst/>
            </a:prstGeom>
            <a:ln w="2540">
              <a:solidFill>
                <a:schemeClr val="bg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448353363"/>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ver - Teal">
    <p:spTree>
      <p:nvGrpSpPr>
        <p:cNvPr id="1" name=""/>
        <p:cNvGrpSpPr/>
        <p:nvPr/>
      </p:nvGrpSpPr>
      <p:grpSpPr>
        <a:xfrm>
          <a:off x="0" y="0"/>
          <a:ext cx="0" cy="0"/>
          <a:chOff x="0" y="0"/>
          <a:chExt cx="0" cy="0"/>
        </a:xfrm>
      </p:grpSpPr>
      <p:pic>
        <p:nvPicPr>
          <p:cNvPr id="5" name="Picture 4"/>
          <p:cNvPicPr>
            <a:picLocks noChangeAspect="1"/>
          </p:cNvPicPr>
          <p:nvPr userDrawn="1"/>
        </p:nvPicPr>
        <p:blipFill rotWithShape="1">
          <a:blip r:embed="rId2" cstate="screen">
            <a:extLst>
              <a:ext uri="{28A0092B-C50C-407E-A947-70E740481C1C}">
                <a14:useLocalDpi xmlns:a14="http://schemas.microsoft.com/office/drawing/2010/main"/>
              </a:ext>
            </a:extLst>
          </a:blip>
          <a:srcRect l="-112"/>
          <a:stretch/>
        </p:blipFill>
        <p:spPr>
          <a:xfrm>
            <a:off x="241903" y="241902"/>
            <a:ext cx="8902097" cy="4901598"/>
          </a:xfrm>
          <a:prstGeom prst="rect">
            <a:avLst/>
          </a:prstGeom>
        </p:spPr>
      </p:pic>
      <p:sp>
        <p:nvSpPr>
          <p:cNvPr id="6" name="Rectangle 5"/>
          <p:cNvSpPr/>
          <p:nvPr userDrawn="1"/>
        </p:nvSpPr>
        <p:spPr bwMode="auto">
          <a:xfrm>
            <a:off x="502920" y="0"/>
            <a:ext cx="5666935" cy="4304714"/>
          </a:xfrm>
          <a:prstGeom prst="rect">
            <a:avLst/>
          </a:prstGeom>
          <a:solidFill>
            <a:schemeClr val="accent2"/>
          </a:solidFill>
          <a:ln w="19050" algn="ctr">
            <a:noFill/>
            <a:miter lim="800000"/>
            <a:headEnd/>
            <a:tailEnd/>
          </a:ln>
        </p:spPr>
        <p:txBody>
          <a:bodyPr wrap="none" rtlCol="0" anchor="ctr"/>
          <a:lstStyle/>
          <a:p>
            <a:pPr algn="ctr">
              <a:lnSpc>
                <a:spcPct val="90000"/>
              </a:lnSpc>
            </a:pPr>
            <a:endParaRPr lang="en-US" sz="1600" b="1" dirty="0" err="1">
              <a:solidFill>
                <a:schemeClr val="tx1"/>
              </a:solidFill>
              <a:latin typeface="+mj-lt"/>
            </a:endParaRPr>
          </a:p>
        </p:txBody>
      </p:sp>
      <p:sp>
        <p:nvSpPr>
          <p:cNvPr id="7" name="Date Placeholder 4"/>
          <p:cNvSpPr>
            <a:spLocks noGrp="1"/>
          </p:cNvSpPr>
          <p:nvPr>
            <p:ph type="dt" sz="half" idx="2"/>
          </p:nvPr>
        </p:nvSpPr>
        <p:spPr>
          <a:xfrm>
            <a:off x="785881" y="3869450"/>
            <a:ext cx="1925338" cy="178955"/>
          </a:xfrm>
          <a:prstGeom prst="rect">
            <a:avLst/>
          </a:prstGeom>
        </p:spPr>
        <p:txBody>
          <a:bodyPr vert="horz" wrap="square" lIns="91440" tIns="0" rIns="91440" bIns="0" rtlCol="0" anchor="b" anchorCtr="0">
            <a:noAutofit/>
          </a:bodyPr>
          <a:lstStyle>
            <a:lvl1pPr algn="l">
              <a:defRPr sz="1200" i="0">
                <a:solidFill>
                  <a:schemeClr val="bg1"/>
                </a:solidFill>
                <a:latin typeface="Arial" pitchFamily="34" charset="0"/>
                <a:cs typeface="Arial" pitchFamily="34" charset="0"/>
              </a:defRPr>
            </a:lvl1pPr>
          </a:lstStyle>
          <a:p>
            <a:fld id="{9D9028DA-5BDC-184B-A798-3A785D849BF0}" type="datetime1">
              <a:rPr lang="en-US" smtClean="0"/>
              <a:t>1/5/22</a:t>
            </a:fld>
            <a:endParaRPr lang="en-US" dirty="0"/>
          </a:p>
        </p:txBody>
      </p:sp>
      <p:sp>
        <p:nvSpPr>
          <p:cNvPr id="8" name="Title 15"/>
          <p:cNvSpPr>
            <a:spLocks noGrp="1"/>
          </p:cNvSpPr>
          <p:nvPr>
            <p:ph type="title" hasCustomPrompt="1"/>
          </p:nvPr>
        </p:nvSpPr>
        <p:spPr>
          <a:xfrm>
            <a:off x="784273" y="1127896"/>
            <a:ext cx="4976447" cy="1311963"/>
          </a:xfrm>
        </p:spPr>
        <p:txBody>
          <a:bodyPr anchor="b">
            <a:noAutofit/>
          </a:bodyPr>
          <a:lstStyle>
            <a:lvl1pPr>
              <a:defRPr sz="3600" baseline="0">
                <a:solidFill>
                  <a:schemeClr val="bg1"/>
                </a:solidFill>
                <a:latin typeface="+mj-lt"/>
              </a:defRPr>
            </a:lvl1pPr>
          </a:lstStyle>
          <a:p>
            <a:r>
              <a:rPr lang="en-US" dirty="0"/>
              <a:t>Title Here</a:t>
            </a:r>
          </a:p>
        </p:txBody>
      </p:sp>
      <p:sp>
        <p:nvSpPr>
          <p:cNvPr id="9" name="Text Placeholder 3"/>
          <p:cNvSpPr>
            <a:spLocks noGrp="1"/>
          </p:cNvSpPr>
          <p:nvPr>
            <p:ph type="body" sz="quarter" idx="15" hasCustomPrompt="1"/>
          </p:nvPr>
        </p:nvSpPr>
        <p:spPr>
          <a:xfrm>
            <a:off x="787890" y="2526000"/>
            <a:ext cx="4972830" cy="508220"/>
          </a:xfrm>
          <a:prstGeom prst="rect">
            <a:avLst/>
          </a:prstGeom>
        </p:spPr>
        <p:txBody>
          <a:bodyPr>
            <a:noAutofit/>
          </a:bodyPr>
          <a:lstStyle>
            <a:lvl1pPr marL="0" indent="0" algn="l">
              <a:lnSpc>
                <a:spcPct val="100000"/>
              </a:lnSpc>
              <a:buNone/>
              <a:defRPr sz="1600" i="0">
                <a:solidFill>
                  <a:schemeClr val="bg1"/>
                </a:solidFill>
                <a:latin typeface="Arial" panose="020B0604020202020204" pitchFamily="34" charset="0"/>
                <a:cs typeface="Arial" panose="020B0604020202020204" pitchFamily="34" charset="0"/>
              </a:defRPr>
            </a:lvl1pPr>
            <a:lvl2pPr marL="230187" indent="0">
              <a:lnSpc>
                <a:spcPct val="100000"/>
              </a:lnSpc>
              <a:buNone/>
              <a:defRPr i="1">
                <a:latin typeface="+mn-lt"/>
              </a:defRPr>
            </a:lvl2pPr>
            <a:lvl3pPr marL="515937" indent="0">
              <a:lnSpc>
                <a:spcPct val="100000"/>
              </a:lnSpc>
              <a:buNone/>
              <a:defRPr i="1">
                <a:latin typeface="+mn-lt"/>
              </a:defRPr>
            </a:lvl3pPr>
            <a:lvl4pPr marL="800100" indent="0">
              <a:lnSpc>
                <a:spcPct val="100000"/>
              </a:lnSpc>
              <a:buNone/>
              <a:defRPr i="1">
                <a:latin typeface="+mn-lt"/>
              </a:defRPr>
            </a:lvl4pPr>
            <a:lvl5pPr marL="1085850" indent="0">
              <a:lnSpc>
                <a:spcPct val="100000"/>
              </a:lnSpc>
              <a:buNone/>
              <a:defRPr i="1">
                <a:latin typeface="+mn-lt"/>
              </a:defRPr>
            </a:lvl5pPr>
          </a:lstStyle>
          <a:p>
            <a:pPr lvl="0"/>
            <a:r>
              <a:rPr lang="en-US" dirty="0"/>
              <a:t>Optional Subhead here</a:t>
            </a:r>
          </a:p>
        </p:txBody>
      </p:sp>
      <p:sp>
        <p:nvSpPr>
          <p:cNvPr id="10" name="Text Placeholder 2"/>
          <p:cNvSpPr>
            <a:spLocks noGrp="1"/>
          </p:cNvSpPr>
          <p:nvPr>
            <p:ph type="body" sz="quarter" idx="10" hasCustomPrompt="1"/>
          </p:nvPr>
        </p:nvSpPr>
        <p:spPr>
          <a:xfrm>
            <a:off x="784274" y="3355288"/>
            <a:ext cx="4191461" cy="426719"/>
          </a:xfrm>
          <a:prstGeom prst="rect">
            <a:avLst/>
          </a:prstGeom>
        </p:spPr>
        <p:txBody>
          <a:bodyPr vert="horz" wrap="square" lIns="91440" tIns="0" rIns="91440" bIns="0" rtlCol="0" anchor="b" anchorCtr="0">
            <a:noAutofit/>
          </a:bodyPr>
          <a:lstStyle>
            <a:lvl1pPr marL="0" indent="0">
              <a:lnSpc>
                <a:spcPct val="100000"/>
              </a:lnSpc>
              <a:spcBef>
                <a:spcPts val="0"/>
              </a:spcBef>
              <a:spcAft>
                <a:spcPts val="0"/>
              </a:spcAft>
              <a:buNone/>
              <a:defRPr lang="en-US" sz="1600" i="0" baseline="0" dirty="0" smtClean="0">
                <a:solidFill>
                  <a:schemeClr val="bg1"/>
                </a:solidFill>
                <a:cs typeface="Arial" pitchFamily="34" charset="0"/>
              </a:defRPr>
            </a:lvl1pPr>
            <a:lvl2pPr>
              <a:defRPr lang="en-US" sz="1800" dirty="0" smtClean="0">
                <a:latin typeface="+mn-lt"/>
              </a:defRPr>
            </a:lvl2pPr>
            <a:lvl3pPr>
              <a:defRPr lang="en-US" sz="1800" dirty="0" smtClean="0">
                <a:latin typeface="+mn-lt"/>
              </a:defRPr>
            </a:lvl3pPr>
            <a:lvl4pPr>
              <a:defRPr lang="en-US" sz="1800" dirty="0" smtClean="0">
                <a:latin typeface="+mn-lt"/>
              </a:defRPr>
            </a:lvl4pPr>
            <a:lvl5pPr>
              <a:defRPr lang="en-US" sz="1800" dirty="0">
                <a:latin typeface="+mn-lt"/>
              </a:defRPr>
            </a:lvl5pPr>
          </a:lstStyle>
          <a:p>
            <a:pPr marL="0" lvl="0"/>
            <a:r>
              <a:rPr lang="en-US"/>
              <a:t>Presenter’s </a:t>
            </a:r>
            <a:r>
              <a:rPr lang="en-US" dirty="0"/>
              <a:t>Name</a:t>
            </a:r>
          </a:p>
        </p:txBody>
      </p:sp>
      <p:grpSp>
        <p:nvGrpSpPr>
          <p:cNvPr id="12" name="Group 11"/>
          <p:cNvGrpSpPr/>
          <p:nvPr userDrawn="1"/>
        </p:nvGrpSpPr>
        <p:grpSpPr>
          <a:xfrm>
            <a:off x="784273" y="154459"/>
            <a:ext cx="3353012" cy="660923"/>
            <a:chOff x="784276" y="216786"/>
            <a:chExt cx="3819176" cy="752810"/>
          </a:xfrm>
        </p:grpSpPr>
        <p:pic>
          <p:nvPicPr>
            <p:cNvPr id="13" name="Picture 1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84276" y="216786"/>
              <a:ext cx="3819176" cy="752810"/>
            </a:xfrm>
            <a:prstGeom prst="rect">
              <a:avLst/>
            </a:prstGeom>
          </p:spPr>
        </p:pic>
        <p:cxnSp>
          <p:nvCxnSpPr>
            <p:cNvPr id="14" name="Straight Connector 13"/>
            <p:cNvCxnSpPr/>
            <p:nvPr userDrawn="1"/>
          </p:nvCxnSpPr>
          <p:spPr>
            <a:xfrm>
              <a:off x="1924755" y="216786"/>
              <a:ext cx="0" cy="752810"/>
            </a:xfrm>
            <a:prstGeom prst="line">
              <a:avLst/>
            </a:prstGeom>
            <a:ln w="2540">
              <a:solidFill>
                <a:schemeClr val="bg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076774990"/>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ver – Blue 2">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67629" y="241902"/>
            <a:ext cx="8876371" cy="4901598"/>
          </a:xfrm>
          <a:prstGeom prst="rect">
            <a:avLst/>
          </a:prstGeom>
        </p:spPr>
      </p:pic>
      <p:sp>
        <p:nvSpPr>
          <p:cNvPr id="2" name="Rectangle 1"/>
          <p:cNvSpPr/>
          <p:nvPr userDrawn="1"/>
        </p:nvSpPr>
        <p:spPr bwMode="auto">
          <a:xfrm>
            <a:off x="502920" y="0"/>
            <a:ext cx="5666935" cy="4304714"/>
          </a:xfrm>
          <a:prstGeom prst="rect">
            <a:avLst/>
          </a:prstGeom>
          <a:solidFill>
            <a:schemeClr val="accent1"/>
          </a:solidFill>
          <a:ln w="19050" algn="ctr">
            <a:noFill/>
            <a:miter lim="800000"/>
            <a:headEnd/>
            <a:tailEnd/>
          </a:ln>
        </p:spPr>
        <p:txBody>
          <a:bodyPr wrap="none" rtlCol="0" anchor="ctr"/>
          <a:lstStyle/>
          <a:p>
            <a:pPr algn="ctr">
              <a:lnSpc>
                <a:spcPct val="90000"/>
              </a:lnSpc>
            </a:pPr>
            <a:endParaRPr lang="en-US" sz="1600" b="1" dirty="0" err="1">
              <a:solidFill>
                <a:schemeClr val="tx1"/>
              </a:solidFill>
              <a:latin typeface="+mj-lt"/>
            </a:endParaRPr>
          </a:p>
        </p:txBody>
      </p:sp>
      <p:sp>
        <p:nvSpPr>
          <p:cNvPr id="13" name="Date Placeholder 4"/>
          <p:cNvSpPr>
            <a:spLocks noGrp="1"/>
          </p:cNvSpPr>
          <p:nvPr>
            <p:ph type="dt" sz="half" idx="2"/>
          </p:nvPr>
        </p:nvSpPr>
        <p:spPr>
          <a:xfrm>
            <a:off x="785881" y="3869450"/>
            <a:ext cx="1925338" cy="178955"/>
          </a:xfrm>
          <a:prstGeom prst="rect">
            <a:avLst/>
          </a:prstGeom>
        </p:spPr>
        <p:txBody>
          <a:bodyPr vert="horz" wrap="square" lIns="91440" tIns="0" rIns="91440" bIns="0" rtlCol="0" anchor="b" anchorCtr="0">
            <a:noAutofit/>
          </a:bodyPr>
          <a:lstStyle>
            <a:lvl1pPr algn="l">
              <a:defRPr sz="1200" i="0">
                <a:solidFill>
                  <a:schemeClr val="bg1"/>
                </a:solidFill>
                <a:latin typeface="Arial" pitchFamily="34" charset="0"/>
                <a:cs typeface="Arial" pitchFamily="34" charset="0"/>
              </a:defRPr>
            </a:lvl1pPr>
          </a:lstStyle>
          <a:p>
            <a:fld id="{95C6DD8F-8F20-5140-BC18-C533A798439E}" type="datetime1">
              <a:rPr lang="en-US" smtClean="0"/>
              <a:t>1/5/22</a:t>
            </a:fld>
            <a:endParaRPr lang="en-US" dirty="0"/>
          </a:p>
        </p:txBody>
      </p:sp>
      <p:sp>
        <p:nvSpPr>
          <p:cNvPr id="20" name="Title 15"/>
          <p:cNvSpPr>
            <a:spLocks noGrp="1"/>
          </p:cNvSpPr>
          <p:nvPr>
            <p:ph type="title" hasCustomPrompt="1"/>
          </p:nvPr>
        </p:nvSpPr>
        <p:spPr>
          <a:xfrm>
            <a:off x="784273" y="1127896"/>
            <a:ext cx="4976447" cy="1311963"/>
          </a:xfrm>
        </p:spPr>
        <p:txBody>
          <a:bodyPr anchor="b">
            <a:noAutofit/>
          </a:bodyPr>
          <a:lstStyle>
            <a:lvl1pPr>
              <a:defRPr sz="3600" baseline="0">
                <a:solidFill>
                  <a:schemeClr val="bg1"/>
                </a:solidFill>
                <a:latin typeface="+mj-lt"/>
              </a:defRPr>
            </a:lvl1pPr>
          </a:lstStyle>
          <a:p>
            <a:r>
              <a:rPr lang="en-US" dirty="0"/>
              <a:t>Title Here</a:t>
            </a:r>
          </a:p>
        </p:txBody>
      </p:sp>
      <p:sp>
        <p:nvSpPr>
          <p:cNvPr id="21" name="Text Placeholder 3"/>
          <p:cNvSpPr>
            <a:spLocks noGrp="1"/>
          </p:cNvSpPr>
          <p:nvPr>
            <p:ph type="body" sz="quarter" idx="15" hasCustomPrompt="1"/>
          </p:nvPr>
        </p:nvSpPr>
        <p:spPr>
          <a:xfrm>
            <a:off x="787890" y="2526000"/>
            <a:ext cx="4972830" cy="508220"/>
          </a:xfrm>
          <a:prstGeom prst="rect">
            <a:avLst/>
          </a:prstGeom>
        </p:spPr>
        <p:txBody>
          <a:bodyPr>
            <a:noAutofit/>
          </a:bodyPr>
          <a:lstStyle>
            <a:lvl1pPr marL="0" indent="0" algn="l">
              <a:lnSpc>
                <a:spcPct val="100000"/>
              </a:lnSpc>
              <a:buNone/>
              <a:defRPr sz="1600" i="0">
                <a:solidFill>
                  <a:schemeClr val="bg1"/>
                </a:solidFill>
                <a:latin typeface="Arial" panose="020B0604020202020204" pitchFamily="34" charset="0"/>
                <a:cs typeface="Arial" panose="020B0604020202020204" pitchFamily="34" charset="0"/>
              </a:defRPr>
            </a:lvl1pPr>
            <a:lvl2pPr marL="230187" indent="0">
              <a:lnSpc>
                <a:spcPct val="100000"/>
              </a:lnSpc>
              <a:buNone/>
              <a:defRPr i="1">
                <a:latin typeface="+mn-lt"/>
              </a:defRPr>
            </a:lvl2pPr>
            <a:lvl3pPr marL="515937" indent="0">
              <a:lnSpc>
                <a:spcPct val="100000"/>
              </a:lnSpc>
              <a:buNone/>
              <a:defRPr i="1">
                <a:latin typeface="+mn-lt"/>
              </a:defRPr>
            </a:lvl3pPr>
            <a:lvl4pPr marL="800100" indent="0">
              <a:lnSpc>
                <a:spcPct val="100000"/>
              </a:lnSpc>
              <a:buNone/>
              <a:defRPr i="1">
                <a:latin typeface="+mn-lt"/>
              </a:defRPr>
            </a:lvl4pPr>
            <a:lvl5pPr marL="1085850" indent="0">
              <a:lnSpc>
                <a:spcPct val="100000"/>
              </a:lnSpc>
              <a:buNone/>
              <a:defRPr i="1">
                <a:latin typeface="+mn-lt"/>
              </a:defRPr>
            </a:lvl5pPr>
          </a:lstStyle>
          <a:p>
            <a:pPr lvl="0"/>
            <a:r>
              <a:rPr lang="en-US" dirty="0"/>
              <a:t>Optional Subhead here</a:t>
            </a:r>
          </a:p>
        </p:txBody>
      </p:sp>
      <p:sp>
        <p:nvSpPr>
          <p:cNvPr id="9" name="Text Placeholder 2"/>
          <p:cNvSpPr>
            <a:spLocks noGrp="1"/>
          </p:cNvSpPr>
          <p:nvPr>
            <p:ph type="body" sz="quarter" idx="10" hasCustomPrompt="1"/>
          </p:nvPr>
        </p:nvSpPr>
        <p:spPr>
          <a:xfrm>
            <a:off x="784274" y="3355288"/>
            <a:ext cx="4191461" cy="426719"/>
          </a:xfrm>
          <a:prstGeom prst="rect">
            <a:avLst/>
          </a:prstGeom>
        </p:spPr>
        <p:txBody>
          <a:bodyPr vert="horz" wrap="square" lIns="91440" tIns="0" rIns="91440" bIns="0" rtlCol="0" anchor="b" anchorCtr="0">
            <a:noAutofit/>
          </a:bodyPr>
          <a:lstStyle>
            <a:lvl1pPr marL="0" indent="0">
              <a:lnSpc>
                <a:spcPct val="100000"/>
              </a:lnSpc>
              <a:spcBef>
                <a:spcPts val="0"/>
              </a:spcBef>
              <a:spcAft>
                <a:spcPts val="0"/>
              </a:spcAft>
              <a:buNone/>
              <a:defRPr lang="en-US" sz="1600" i="0" baseline="0" dirty="0" smtClean="0">
                <a:solidFill>
                  <a:schemeClr val="bg1"/>
                </a:solidFill>
                <a:cs typeface="Arial" pitchFamily="34" charset="0"/>
              </a:defRPr>
            </a:lvl1pPr>
            <a:lvl2pPr>
              <a:defRPr lang="en-US" sz="1800" dirty="0" smtClean="0">
                <a:latin typeface="+mn-lt"/>
              </a:defRPr>
            </a:lvl2pPr>
            <a:lvl3pPr>
              <a:defRPr lang="en-US" sz="1800" dirty="0" smtClean="0">
                <a:latin typeface="+mn-lt"/>
              </a:defRPr>
            </a:lvl3pPr>
            <a:lvl4pPr>
              <a:defRPr lang="en-US" sz="1800" dirty="0" smtClean="0">
                <a:latin typeface="+mn-lt"/>
              </a:defRPr>
            </a:lvl4pPr>
            <a:lvl5pPr>
              <a:defRPr lang="en-US" sz="1800" dirty="0">
                <a:latin typeface="+mn-lt"/>
              </a:defRPr>
            </a:lvl5pPr>
          </a:lstStyle>
          <a:p>
            <a:pPr marL="0" lvl="0"/>
            <a:r>
              <a:rPr lang="en-US"/>
              <a:t>Presenter’s </a:t>
            </a:r>
            <a:r>
              <a:rPr lang="en-US" dirty="0"/>
              <a:t>Name</a:t>
            </a:r>
          </a:p>
        </p:txBody>
      </p:sp>
      <p:grpSp>
        <p:nvGrpSpPr>
          <p:cNvPr id="12" name="Group 11"/>
          <p:cNvGrpSpPr/>
          <p:nvPr userDrawn="1"/>
        </p:nvGrpSpPr>
        <p:grpSpPr>
          <a:xfrm>
            <a:off x="784273" y="154459"/>
            <a:ext cx="3353012" cy="660923"/>
            <a:chOff x="784276" y="216786"/>
            <a:chExt cx="3819176" cy="752810"/>
          </a:xfrm>
        </p:grpSpPr>
        <p:pic>
          <p:nvPicPr>
            <p:cNvPr id="14" name="Picture 1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84276" y="216786"/>
              <a:ext cx="3819176" cy="752810"/>
            </a:xfrm>
            <a:prstGeom prst="rect">
              <a:avLst/>
            </a:prstGeom>
          </p:spPr>
        </p:pic>
        <p:cxnSp>
          <p:nvCxnSpPr>
            <p:cNvPr id="15" name="Straight Connector 14"/>
            <p:cNvCxnSpPr/>
            <p:nvPr userDrawn="1"/>
          </p:nvCxnSpPr>
          <p:spPr>
            <a:xfrm>
              <a:off x="1924755" y="216786"/>
              <a:ext cx="0" cy="752810"/>
            </a:xfrm>
            <a:prstGeom prst="line">
              <a:avLst/>
            </a:prstGeom>
            <a:ln w="2540">
              <a:solidFill>
                <a:schemeClr val="bg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746097327"/>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ver – Teal 2">
    <p:bg>
      <p:bgRef idx="1001">
        <a:schemeClr val="bg1"/>
      </p:bgRef>
    </p:bg>
    <p:spTree>
      <p:nvGrpSpPr>
        <p:cNvPr id="1" name=""/>
        <p:cNvGrpSpPr/>
        <p:nvPr/>
      </p:nvGrpSpPr>
      <p:grpSpPr>
        <a:xfrm>
          <a:off x="0" y="0"/>
          <a:ext cx="0" cy="0"/>
          <a:chOff x="0" y="0"/>
          <a:chExt cx="0" cy="0"/>
        </a:xfrm>
      </p:grpSpPr>
      <p:pic>
        <p:nvPicPr>
          <p:cNvPr id="4" name="Picture 3"/>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41903" y="241904"/>
            <a:ext cx="8902097" cy="4901596"/>
          </a:xfrm>
          <a:prstGeom prst="rect">
            <a:avLst/>
          </a:prstGeom>
        </p:spPr>
      </p:pic>
      <p:sp>
        <p:nvSpPr>
          <p:cNvPr id="2" name="Rectangle 1"/>
          <p:cNvSpPr/>
          <p:nvPr userDrawn="1"/>
        </p:nvSpPr>
        <p:spPr bwMode="auto">
          <a:xfrm>
            <a:off x="502920" y="0"/>
            <a:ext cx="5666935" cy="4304714"/>
          </a:xfrm>
          <a:prstGeom prst="rect">
            <a:avLst/>
          </a:prstGeom>
          <a:solidFill>
            <a:schemeClr val="accent2"/>
          </a:solidFill>
          <a:ln w="19050" algn="ctr">
            <a:noFill/>
            <a:miter lim="800000"/>
            <a:headEnd/>
            <a:tailEnd/>
          </a:ln>
        </p:spPr>
        <p:txBody>
          <a:bodyPr wrap="none" rtlCol="0" anchor="ctr"/>
          <a:lstStyle/>
          <a:p>
            <a:pPr algn="ctr">
              <a:lnSpc>
                <a:spcPct val="90000"/>
              </a:lnSpc>
            </a:pPr>
            <a:endParaRPr lang="en-US" sz="1600" b="1" dirty="0" err="1">
              <a:solidFill>
                <a:schemeClr val="tx1"/>
              </a:solidFill>
              <a:latin typeface="+mj-lt"/>
            </a:endParaRPr>
          </a:p>
        </p:txBody>
      </p:sp>
      <p:sp>
        <p:nvSpPr>
          <p:cNvPr id="13" name="Date Placeholder 4"/>
          <p:cNvSpPr>
            <a:spLocks noGrp="1"/>
          </p:cNvSpPr>
          <p:nvPr>
            <p:ph type="dt" sz="half" idx="2"/>
          </p:nvPr>
        </p:nvSpPr>
        <p:spPr>
          <a:xfrm>
            <a:off x="785881" y="3869450"/>
            <a:ext cx="1925338" cy="178955"/>
          </a:xfrm>
          <a:prstGeom prst="rect">
            <a:avLst/>
          </a:prstGeom>
        </p:spPr>
        <p:txBody>
          <a:bodyPr vert="horz" wrap="square" lIns="91440" tIns="0" rIns="91440" bIns="0" rtlCol="0" anchor="b" anchorCtr="0">
            <a:noAutofit/>
          </a:bodyPr>
          <a:lstStyle>
            <a:lvl1pPr algn="l">
              <a:defRPr sz="1200" i="0">
                <a:solidFill>
                  <a:schemeClr val="bg1"/>
                </a:solidFill>
                <a:latin typeface="Arial" pitchFamily="34" charset="0"/>
                <a:cs typeface="Arial" pitchFamily="34" charset="0"/>
              </a:defRPr>
            </a:lvl1pPr>
          </a:lstStyle>
          <a:p>
            <a:fld id="{A8B06E26-66EB-2647-9FF6-9C6706150E8A}" type="datetime1">
              <a:rPr lang="en-US" smtClean="0"/>
              <a:t>1/5/22</a:t>
            </a:fld>
            <a:endParaRPr lang="en-US" dirty="0"/>
          </a:p>
        </p:txBody>
      </p:sp>
      <p:sp>
        <p:nvSpPr>
          <p:cNvPr id="20" name="Title 15"/>
          <p:cNvSpPr>
            <a:spLocks noGrp="1"/>
          </p:cNvSpPr>
          <p:nvPr>
            <p:ph type="title" hasCustomPrompt="1"/>
          </p:nvPr>
        </p:nvSpPr>
        <p:spPr>
          <a:xfrm>
            <a:off x="784273" y="1127896"/>
            <a:ext cx="4976447" cy="1311963"/>
          </a:xfrm>
        </p:spPr>
        <p:txBody>
          <a:bodyPr anchor="b">
            <a:noAutofit/>
          </a:bodyPr>
          <a:lstStyle>
            <a:lvl1pPr>
              <a:defRPr sz="3600" baseline="0">
                <a:solidFill>
                  <a:schemeClr val="bg1"/>
                </a:solidFill>
                <a:latin typeface="+mj-lt"/>
              </a:defRPr>
            </a:lvl1pPr>
          </a:lstStyle>
          <a:p>
            <a:r>
              <a:rPr lang="en-US" dirty="0"/>
              <a:t>Title Here</a:t>
            </a:r>
          </a:p>
        </p:txBody>
      </p:sp>
      <p:sp>
        <p:nvSpPr>
          <p:cNvPr id="21" name="Text Placeholder 3"/>
          <p:cNvSpPr>
            <a:spLocks noGrp="1"/>
          </p:cNvSpPr>
          <p:nvPr>
            <p:ph type="body" sz="quarter" idx="15" hasCustomPrompt="1"/>
          </p:nvPr>
        </p:nvSpPr>
        <p:spPr>
          <a:xfrm>
            <a:off x="787890" y="2526000"/>
            <a:ext cx="4972830" cy="508220"/>
          </a:xfrm>
          <a:prstGeom prst="rect">
            <a:avLst/>
          </a:prstGeom>
        </p:spPr>
        <p:txBody>
          <a:bodyPr>
            <a:noAutofit/>
          </a:bodyPr>
          <a:lstStyle>
            <a:lvl1pPr marL="0" indent="0" algn="l">
              <a:lnSpc>
                <a:spcPct val="100000"/>
              </a:lnSpc>
              <a:buNone/>
              <a:defRPr sz="1600" i="0">
                <a:solidFill>
                  <a:schemeClr val="bg1"/>
                </a:solidFill>
                <a:latin typeface="Arial" panose="020B0604020202020204" pitchFamily="34" charset="0"/>
                <a:cs typeface="Arial" panose="020B0604020202020204" pitchFamily="34" charset="0"/>
              </a:defRPr>
            </a:lvl1pPr>
            <a:lvl2pPr marL="230187" indent="0">
              <a:lnSpc>
                <a:spcPct val="100000"/>
              </a:lnSpc>
              <a:buNone/>
              <a:defRPr i="1">
                <a:latin typeface="+mn-lt"/>
              </a:defRPr>
            </a:lvl2pPr>
            <a:lvl3pPr marL="515937" indent="0">
              <a:lnSpc>
                <a:spcPct val="100000"/>
              </a:lnSpc>
              <a:buNone/>
              <a:defRPr i="1">
                <a:latin typeface="+mn-lt"/>
              </a:defRPr>
            </a:lvl3pPr>
            <a:lvl4pPr marL="800100" indent="0">
              <a:lnSpc>
                <a:spcPct val="100000"/>
              </a:lnSpc>
              <a:buNone/>
              <a:defRPr i="1">
                <a:latin typeface="+mn-lt"/>
              </a:defRPr>
            </a:lvl4pPr>
            <a:lvl5pPr marL="1085850" indent="0">
              <a:lnSpc>
                <a:spcPct val="100000"/>
              </a:lnSpc>
              <a:buNone/>
              <a:defRPr i="1">
                <a:latin typeface="+mn-lt"/>
              </a:defRPr>
            </a:lvl5pPr>
          </a:lstStyle>
          <a:p>
            <a:pPr lvl="0"/>
            <a:r>
              <a:rPr lang="en-US" dirty="0"/>
              <a:t>Optional Subhead here</a:t>
            </a:r>
          </a:p>
        </p:txBody>
      </p:sp>
      <p:sp>
        <p:nvSpPr>
          <p:cNvPr id="9" name="Text Placeholder 2"/>
          <p:cNvSpPr>
            <a:spLocks noGrp="1"/>
          </p:cNvSpPr>
          <p:nvPr>
            <p:ph type="body" sz="quarter" idx="10" hasCustomPrompt="1"/>
          </p:nvPr>
        </p:nvSpPr>
        <p:spPr>
          <a:xfrm>
            <a:off x="784274" y="3355288"/>
            <a:ext cx="4191461" cy="426719"/>
          </a:xfrm>
          <a:prstGeom prst="rect">
            <a:avLst/>
          </a:prstGeom>
        </p:spPr>
        <p:txBody>
          <a:bodyPr vert="horz" wrap="square" lIns="91440" tIns="0" rIns="91440" bIns="0" rtlCol="0" anchor="b" anchorCtr="0">
            <a:noAutofit/>
          </a:bodyPr>
          <a:lstStyle>
            <a:lvl1pPr marL="0" indent="0">
              <a:lnSpc>
                <a:spcPct val="100000"/>
              </a:lnSpc>
              <a:spcBef>
                <a:spcPts val="0"/>
              </a:spcBef>
              <a:spcAft>
                <a:spcPts val="0"/>
              </a:spcAft>
              <a:buNone/>
              <a:defRPr lang="en-US" sz="1600" i="0" baseline="0" dirty="0" smtClean="0">
                <a:solidFill>
                  <a:schemeClr val="bg1"/>
                </a:solidFill>
                <a:cs typeface="Arial" pitchFamily="34" charset="0"/>
              </a:defRPr>
            </a:lvl1pPr>
            <a:lvl2pPr>
              <a:defRPr lang="en-US" sz="1800" dirty="0" smtClean="0">
                <a:latin typeface="+mn-lt"/>
              </a:defRPr>
            </a:lvl2pPr>
            <a:lvl3pPr>
              <a:defRPr lang="en-US" sz="1800" dirty="0" smtClean="0">
                <a:latin typeface="+mn-lt"/>
              </a:defRPr>
            </a:lvl3pPr>
            <a:lvl4pPr>
              <a:defRPr lang="en-US" sz="1800" dirty="0" smtClean="0">
                <a:latin typeface="+mn-lt"/>
              </a:defRPr>
            </a:lvl4pPr>
            <a:lvl5pPr>
              <a:defRPr lang="en-US" sz="1800" dirty="0">
                <a:latin typeface="+mn-lt"/>
              </a:defRPr>
            </a:lvl5pPr>
          </a:lstStyle>
          <a:p>
            <a:pPr marL="0" lvl="0"/>
            <a:r>
              <a:rPr lang="en-US"/>
              <a:t>Presenter’s </a:t>
            </a:r>
            <a:r>
              <a:rPr lang="en-US" dirty="0"/>
              <a:t>Name</a:t>
            </a:r>
          </a:p>
        </p:txBody>
      </p:sp>
      <p:grpSp>
        <p:nvGrpSpPr>
          <p:cNvPr id="12" name="Group 11"/>
          <p:cNvGrpSpPr/>
          <p:nvPr userDrawn="1"/>
        </p:nvGrpSpPr>
        <p:grpSpPr>
          <a:xfrm>
            <a:off x="784273" y="154459"/>
            <a:ext cx="3353012" cy="660923"/>
            <a:chOff x="784276" y="216786"/>
            <a:chExt cx="3819176" cy="752810"/>
          </a:xfrm>
        </p:grpSpPr>
        <p:pic>
          <p:nvPicPr>
            <p:cNvPr id="14" name="Picture 1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84276" y="216786"/>
              <a:ext cx="3819176" cy="752810"/>
            </a:xfrm>
            <a:prstGeom prst="rect">
              <a:avLst/>
            </a:prstGeom>
          </p:spPr>
        </p:pic>
        <p:cxnSp>
          <p:nvCxnSpPr>
            <p:cNvPr id="15" name="Straight Connector 14"/>
            <p:cNvCxnSpPr/>
            <p:nvPr userDrawn="1"/>
          </p:nvCxnSpPr>
          <p:spPr>
            <a:xfrm>
              <a:off x="1924755" y="216786"/>
              <a:ext cx="0" cy="752810"/>
            </a:xfrm>
            <a:prstGeom prst="line">
              <a:avLst/>
            </a:prstGeom>
            <a:ln w="2540">
              <a:solidFill>
                <a:schemeClr val="bg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684588684"/>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ver – Navy">
    <p:bg>
      <p:bgRef idx="1001">
        <a:schemeClr val="bg2"/>
      </p:bgRef>
    </p:bg>
    <p:spTree>
      <p:nvGrpSpPr>
        <p:cNvPr id="1" name=""/>
        <p:cNvGrpSpPr/>
        <p:nvPr/>
      </p:nvGrpSpPr>
      <p:grpSpPr>
        <a:xfrm>
          <a:off x="0" y="0"/>
          <a:ext cx="0" cy="0"/>
          <a:chOff x="0" y="0"/>
          <a:chExt cx="0" cy="0"/>
        </a:xfrm>
      </p:grpSpPr>
      <p:sp>
        <p:nvSpPr>
          <p:cNvPr id="2" name="Rectangle 1"/>
          <p:cNvSpPr/>
          <p:nvPr userDrawn="1"/>
        </p:nvSpPr>
        <p:spPr bwMode="auto">
          <a:xfrm>
            <a:off x="0" y="4136994"/>
            <a:ext cx="9144000" cy="1006506"/>
          </a:xfrm>
          <a:prstGeom prst="rect">
            <a:avLst/>
          </a:prstGeom>
          <a:solidFill>
            <a:schemeClr val="bg1"/>
          </a:solidFill>
          <a:ln w="19050" algn="ctr">
            <a:noFill/>
            <a:miter lim="800000"/>
            <a:headEnd/>
            <a:tailEnd/>
          </a:ln>
        </p:spPr>
        <p:txBody>
          <a:bodyPr wrap="none" rtlCol="0" anchor="ctr"/>
          <a:lstStyle/>
          <a:p>
            <a:pPr algn="ctr">
              <a:lnSpc>
                <a:spcPct val="90000"/>
              </a:lnSpc>
            </a:pPr>
            <a:endParaRPr lang="en-US" sz="1600" b="0" i="0" dirty="0" err="1">
              <a:solidFill>
                <a:schemeClr val="bg1"/>
              </a:solidFill>
              <a:latin typeface="Arial" panose="020B0604020202020204" pitchFamily="34" charset="0"/>
            </a:endParaRPr>
          </a:p>
        </p:txBody>
      </p:sp>
      <p:sp>
        <p:nvSpPr>
          <p:cNvPr id="15" name="Date Placeholder 4"/>
          <p:cNvSpPr>
            <a:spLocks noGrp="1"/>
          </p:cNvSpPr>
          <p:nvPr>
            <p:ph type="dt" sz="half" idx="2"/>
          </p:nvPr>
        </p:nvSpPr>
        <p:spPr>
          <a:xfrm>
            <a:off x="319200" y="4634178"/>
            <a:ext cx="1925338" cy="178955"/>
          </a:xfrm>
          <a:prstGeom prst="rect">
            <a:avLst/>
          </a:prstGeom>
        </p:spPr>
        <p:txBody>
          <a:bodyPr vert="horz" wrap="square" lIns="91440" tIns="0" rIns="91440" bIns="0" rtlCol="0" anchor="b" anchorCtr="0">
            <a:noAutofit/>
          </a:bodyPr>
          <a:lstStyle>
            <a:lvl1pPr algn="l">
              <a:defRPr sz="1200" b="0" i="0">
                <a:solidFill>
                  <a:schemeClr val="tx1"/>
                </a:solidFill>
                <a:latin typeface="Arial" panose="020B0604020202020204" pitchFamily="34" charset="0"/>
                <a:cs typeface="Arial" panose="020B0604020202020204" pitchFamily="34" charset="0"/>
              </a:defRPr>
            </a:lvl1pPr>
          </a:lstStyle>
          <a:p>
            <a:fld id="{0FC109D5-1999-D946-AD75-96ADCCE939FD}" type="datetime1">
              <a:rPr lang="en-US" smtClean="0"/>
              <a:t>1/5/22</a:t>
            </a:fld>
            <a:endParaRPr lang="en-US" dirty="0"/>
          </a:p>
        </p:txBody>
      </p:sp>
      <p:sp>
        <p:nvSpPr>
          <p:cNvPr id="8" name="Text Placeholder 2"/>
          <p:cNvSpPr>
            <a:spLocks noGrp="1"/>
          </p:cNvSpPr>
          <p:nvPr>
            <p:ph type="body" sz="quarter" idx="10" hasCustomPrompt="1"/>
          </p:nvPr>
        </p:nvSpPr>
        <p:spPr>
          <a:xfrm>
            <a:off x="317595" y="4120016"/>
            <a:ext cx="4191461" cy="426719"/>
          </a:xfrm>
          <a:prstGeom prst="rect">
            <a:avLst/>
          </a:prstGeom>
        </p:spPr>
        <p:txBody>
          <a:bodyPr vert="horz" wrap="square" lIns="91440" tIns="0" rIns="91440" bIns="0" rtlCol="0" anchor="b" anchorCtr="0">
            <a:noAutofit/>
          </a:bodyPr>
          <a:lstStyle>
            <a:lvl1pPr marL="0" indent="0">
              <a:lnSpc>
                <a:spcPct val="100000"/>
              </a:lnSpc>
              <a:spcBef>
                <a:spcPts val="0"/>
              </a:spcBef>
              <a:spcAft>
                <a:spcPts val="0"/>
              </a:spcAft>
              <a:buNone/>
              <a:defRPr lang="en-US" sz="1600" b="0" i="0" baseline="0" dirty="0" smtClean="0">
                <a:solidFill>
                  <a:schemeClr val="tx1"/>
                </a:solidFill>
                <a:cs typeface="Arial" panose="020B0604020202020204" pitchFamily="34" charset="0"/>
              </a:defRPr>
            </a:lvl1pPr>
            <a:lvl2pPr>
              <a:defRPr lang="en-US" sz="1800" dirty="0" smtClean="0">
                <a:latin typeface="+mn-lt"/>
              </a:defRPr>
            </a:lvl2pPr>
            <a:lvl3pPr>
              <a:defRPr lang="en-US" sz="1800" dirty="0" smtClean="0">
                <a:latin typeface="+mn-lt"/>
              </a:defRPr>
            </a:lvl3pPr>
            <a:lvl4pPr>
              <a:defRPr lang="en-US" sz="1800" dirty="0" smtClean="0">
                <a:latin typeface="+mn-lt"/>
              </a:defRPr>
            </a:lvl4pPr>
            <a:lvl5pPr>
              <a:defRPr lang="en-US" sz="1800" dirty="0">
                <a:latin typeface="+mn-lt"/>
              </a:defRPr>
            </a:lvl5pPr>
          </a:lstStyle>
          <a:p>
            <a:pPr marL="0" lvl="0"/>
            <a:r>
              <a:rPr lang="en-US" dirty="0"/>
              <a:t>Presenter’s Name</a:t>
            </a:r>
          </a:p>
        </p:txBody>
      </p:sp>
      <p:sp>
        <p:nvSpPr>
          <p:cNvPr id="10" name="Title 15">
            <a:extLst>
              <a:ext uri="{FF2B5EF4-FFF2-40B4-BE49-F238E27FC236}">
                <a16:creationId xmlns:a16="http://schemas.microsoft.com/office/drawing/2014/main" id="{65B08227-3138-BB41-8E3C-35CA4778CC1D}"/>
              </a:ext>
            </a:extLst>
          </p:cNvPr>
          <p:cNvSpPr>
            <a:spLocks noGrp="1"/>
          </p:cNvSpPr>
          <p:nvPr>
            <p:ph type="title" hasCustomPrompt="1"/>
          </p:nvPr>
        </p:nvSpPr>
        <p:spPr>
          <a:xfrm>
            <a:off x="337463" y="1418843"/>
            <a:ext cx="6437410" cy="1311963"/>
          </a:xfrm>
        </p:spPr>
        <p:txBody>
          <a:bodyPr anchor="b">
            <a:noAutofit/>
          </a:bodyPr>
          <a:lstStyle>
            <a:lvl1pPr>
              <a:defRPr sz="3600" b="0" i="0" baseline="0">
                <a:solidFill>
                  <a:schemeClr val="tx1"/>
                </a:solidFill>
                <a:latin typeface="+mj-lt"/>
              </a:defRPr>
            </a:lvl1pPr>
          </a:lstStyle>
          <a:p>
            <a:r>
              <a:rPr lang="en-US" dirty="0"/>
              <a:t>Title Here</a:t>
            </a:r>
          </a:p>
        </p:txBody>
      </p:sp>
      <p:sp>
        <p:nvSpPr>
          <p:cNvPr id="12" name="Text Placeholder 3">
            <a:extLst>
              <a:ext uri="{FF2B5EF4-FFF2-40B4-BE49-F238E27FC236}">
                <a16:creationId xmlns:a16="http://schemas.microsoft.com/office/drawing/2014/main" id="{E34A4266-EC7F-FD4B-9C3E-81E7A2295184}"/>
              </a:ext>
            </a:extLst>
          </p:cNvPr>
          <p:cNvSpPr>
            <a:spLocks noGrp="1"/>
          </p:cNvSpPr>
          <p:nvPr>
            <p:ph type="body" sz="quarter" idx="15" hasCustomPrompt="1"/>
          </p:nvPr>
        </p:nvSpPr>
        <p:spPr>
          <a:xfrm>
            <a:off x="341081" y="2816947"/>
            <a:ext cx="6432731" cy="508220"/>
          </a:xfrm>
          <a:prstGeom prst="rect">
            <a:avLst/>
          </a:prstGeom>
        </p:spPr>
        <p:txBody>
          <a:bodyPr>
            <a:noAutofit/>
          </a:bodyPr>
          <a:lstStyle>
            <a:lvl1pPr marL="0" indent="0" algn="l">
              <a:lnSpc>
                <a:spcPct val="100000"/>
              </a:lnSpc>
              <a:buNone/>
              <a:defRPr sz="1600" b="0" i="0">
                <a:solidFill>
                  <a:schemeClr val="tx1"/>
                </a:solidFill>
                <a:latin typeface="Arial" panose="020B0604020202020204" pitchFamily="34" charset="0"/>
                <a:ea typeface="Helvetica Neue" panose="02000503000000020004" pitchFamily="2" charset="0"/>
                <a:cs typeface="Arial" panose="020B0604020202020204" pitchFamily="34" charset="0"/>
              </a:defRPr>
            </a:lvl1pPr>
            <a:lvl2pPr marL="230181" indent="0">
              <a:lnSpc>
                <a:spcPct val="100000"/>
              </a:lnSpc>
              <a:buNone/>
              <a:defRPr i="1">
                <a:latin typeface="+mn-lt"/>
              </a:defRPr>
            </a:lvl2pPr>
            <a:lvl3pPr marL="515924" indent="0">
              <a:lnSpc>
                <a:spcPct val="100000"/>
              </a:lnSpc>
              <a:buNone/>
              <a:defRPr i="1">
                <a:latin typeface="+mn-lt"/>
              </a:defRPr>
            </a:lvl3pPr>
            <a:lvl4pPr marL="800080" indent="0">
              <a:lnSpc>
                <a:spcPct val="100000"/>
              </a:lnSpc>
              <a:buNone/>
              <a:defRPr i="1">
                <a:latin typeface="+mn-lt"/>
              </a:defRPr>
            </a:lvl4pPr>
            <a:lvl5pPr marL="1085823" indent="0">
              <a:lnSpc>
                <a:spcPct val="100000"/>
              </a:lnSpc>
              <a:buNone/>
              <a:defRPr i="1">
                <a:latin typeface="+mn-lt"/>
              </a:defRPr>
            </a:lvl5pPr>
          </a:lstStyle>
          <a:p>
            <a:pPr lvl="0"/>
            <a:r>
              <a:rPr lang="en-US" dirty="0"/>
              <a:t>Optional Subhead here</a:t>
            </a:r>
          </a:p>
        </p:txBody>
      </p:sp>
      <p:grpSp>
        <p:nvGrpSpPr>
          <p:cNvPr id="13" name="Group 12">
            <a:extLst>
              <a:ext uri="{FF2B5EF4-FFF2-40B4-BE49-F238E27FC236}">
                <a16:creationId xmlns:a16="http://schemas.microsoft.com/office/drawing/2014/main" id="{66C5BF22-A706-904B-B676-DA86992C40CC}"/>
              </a:ext>
            </a:extLst>
          </p:cNvPr>
          <p:cNvGrpSpPr/>
          <p:nvPr userDrawn="1"/>
        </p:nvGrpSpPr>
        <p:grpSpPr>
          <a:xfrm>
            <a:off x="784273" y="154459"/>
            <a:ext cx="3353012" cy="660923"/>
            <a:chOff x="784276" y="216786"/>
            <a:chExt cx="3819176" cy="752810"/>
          </a:xfrm>
        </p:grpSpPr>
        <p:pic>
          <p:nvPicPr>
            <p:cNvPr id="14" name="Picture 13">
              <a:extLst>
                <a:ext uri="{FF2B5EF4-FFF2-40B4-BE49-F238E27FC236}">
                  <a16:creationId xmlns:a16="http://schemas.microsoft.com/office/drawing/2014/main" id="{C5B0F51F-9622-2946-9966-1E2AA1B59B4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84276" y="216786"/>
              <a:ext cx="3819176" cy="752810"/>
            </a:xfrm>
            <a:prstGeom prst="rect">
              <a:avLst/>
            </a:prstGeom>
          </p:spPr>
        </p:pic>
        <p:cxnSp>
          <p:nvCxnSpPr>
            <p:cNvPr id="16" name="Straight Connector 15">
              <a:extLst>
                <a:ext uri="{FF2B5EF4-FFF2-40B4-BE49-F238E27FC236}">
                  <a16:creationId xmlns:a16="http://schemas.microsoft.com/office/drawing/2014/main" id="{6396CC37-407E-D94A-93A1-AE158DD73D71}"/>
                </a:ext>
              </a:extLst>
            </p:cNvPr>
            <p:cNvCxnSpPr/>
            <p:nvPr userDrawn="1"/>
          </p:nvCxnSpPr>
          <p:spPr>
            <a:xfrm>
              <a:off x="1924755" y="216786"/>
              <a:ext cx="0" cy="752810"/>
            </a:xfrm>
            <a:prstGeom prst="line">
              <a:avLst/>
            </a:prstGeom>
            <a:ln w="254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956331671"/>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620" userDrawn="1">
          <p15:clr>
            <a:srgbClr val="FBAE40"/>
          </p15:clr>
        </p15:guide>
        <p15:guide id="2" pos="264"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ullet Slide-Navy">
    <p:bg>
      <p:bgRef idx="1001">
        <a:schemeClr val="bg2"/>
      </p:bgRef>
    </p:bg>
    <p:spTree>
      <p:nvGrpSpPr>
        <p:cNvPr id="1" name=""/>
        <p:cNvGrpSpPr/>
        <p:nvPr/>
      </p:nvGrpSpPr>
      <p:grpSpPr>
        <a:xfrm>
          <a:off x="0" y="0"/>
          <a:ext cx="0" cy="0"/>
          <a:chOff x="0" y="0"/>
          <a:chExt cx="0" cy="0"/>
        </a:xfrm>
      </p:grpSpPr>
      <p:sp>
        <p:nvSpPr>
          <p:cNvPr id="10" name="Footer Placeholder 9"/>
          <p:cNvSpPr>
            <a:spLocks noGrp="1"/>
          </p:cNvSpPr>
          <p:nvPr>
            <p:ph type="ftr" sz="quarter" idx="12"/>
          </p:nvPr>
        </p:nvSpPr>
        <p:spPr/>
        <p:txBody>
          <a:bodyPr/>
          <a:lstStyle>
            <a:lvl1pPr>
              <a:defRPr b="0" i="0"/>
            </a:lvl1pPr>
          </a:lstStyle>
          <a:p>
            <a:r>
              <a:rPr lang="en-US"/>
              <a:t>Presentation Title</a:t>
            </a:r>
            <a:endParaRPr lang="en-US" dirty="0"/>
          </a:p>
        </p:txBody>
      </p:sp>
      <p:sp>
        <p:nvSpPr>
          <p:cNvPr id="14" name="Slide Number Placeholder 13"/>
          <p:cNvSpPr>
            <a:spLocks noGrp="1"/>
          </p:cNvSpPr>
          <p:nvPr>
            <p:ph type="sldNum" sz="quarter" idx="13"/>
          </p:nvPr>
        </p:nvSpPr>
        <p:spPr/>
        <p:txBody>
          <a:bodyPr/>
          <a:lstStyle>
            <a:lvl1pPr>
              <a:defRPr b="0" i="0"/>
            </a:lvl1pPr>
          </a:lstStyle>
          <a:p>
            <a:fld id="{7BCC8D0D-EAEC-449D-9161-023DFF90F2E2}" type="slidenum">
              <a:rPr lang="en-US" smtClean="0"/>
              <a:pPr/>
              <a:t>‹#›</a:t>
            </a:fld>
            <a:endParaRPr lang="en-US" dirty="0"/>
          </a:p>
        </p:txBody>
      </p:sp>
      <p:sp>
        <p:nvSpPr>
          <p:cNvPr id="16" name="Title 15"/>
          <p:cNvSpPr>
            <a:spLocks noGrp="1"/>
          </p:cNvSpPr>
          <p:nvPr>
            <p:ph type="title" hasCustomPrompt="1"/>
          </p:nvPr>
        </p:nvSpPr>
        <p:spPr>
          <a:xfrm>
            <a:off x="453585" y="318751"/>
            <a:ext cx="8173580" cy="458587"/>
          </a:xfrm>
          <a:prstGeom prst="rect">
            <a:avLst/>
          </a:prstGeom>
        </p:spPr>
        <p:txBody>
          <a:bodyPr anchor="b">
            <a:noAutofit/>
          </a:bodyPr>
          <a:lstStyle>
            <a:lvl1pPr>
              <a:defRPr sz="3600" b="0" i="0">
                <a:latin typeface="Garamond" panose="02020404030301010803" pitchFamily="18" charset="0"/>
                <a:ea typeface="Helvetica Neue" panose="02000503000000020004" pitchFamily="2" charset="0"/>
                <a:cs typeface="Arial" panose="020B0604020202020204" pitchFamily="34" charset="0"/>
              </a:defRPr>
            </a:lvl1pPr>
          </a:lstStyle>
          <a:p>
            <a:r>
              <a:rPr lang="en-US" dirty="0"/>
              <a:t>Slide Title Here</a:t>
            </a:r>
          </a:p>
        </p:txBody>
      </p:sp>
      <p:sp>
        <p:nvSpPr>
          <p:cNvPr id="4" name="Text Placeholder 3"/>
          <p:cNvSpPr>
            <a:spLocks noGrp="1"/>
          </p:cNvSpPr>
          <p:nvPr>
            <p:ph type="body" sz="quarter" idx="15" hasCustomPrompt="1"/>
          </p:nvPr>
        </p:nvSpPr>
        <p:spPr>
          <a:xfrm>
            <a:off x="457202" y="695741"/>
            <a:ext cx="8169964" cy="357809"/>
          </a:xfrm>
          <a:prstGeom prst="rect">
            <a:avLst/>
          </a:prstGeom>
        </p:spPr>
        <p:txBody>
          <a:bodyPr>
            <a:noAutofit/>
          </a:bodyPr>
          <a:lstStyle>
            <a:lvl1pPr marL="0" indent="0">
              <a:lnSpc>
                <a:spcPct val="100000"/>
              </a:lnSpc>
              <a:buNone/>
              <a:defRPr sz="1800" b="0" i="0">
                <a:latin typeface="Arial" panose="020B0604020202020204" pitchFamily="34" charset="0"/>
              </a:defRPr>
            </a:lvl1pPr>
            <a:lvl2pPr marL="230181" indent="0">
              <a:lnSpc>
                <a:spcPct val="100000"/>
              </a:lnSpc>
              <a:buNone/>
              <a:defRPr i="1">
                <a:latin typeface="+mn-lt"/>
              </a:defRPr>
            </a:lvl2pPr>
            <a:lvl3pPr marL="515924" indent="0">
              <a:lnSpc>
                <a:spcPct val="100000"/>
              </a:lnSpc>
              <a:buNone/>
              <a:defRPr i="1">
                <a:latin typeface="+mn-lt"/>
              </a:defRPr>
            </a:lvl3pPr>
            <a:lvl4pPr marL="800080" indent="0">
              <a:lnSpc>
                <a:spcPct val="100000"/>
              </a:lnSpc>
              <a:buNone/>
              <a:defRPr i="1">
                <a:latin typeface="+mn-lt"/>
              </a:defRPr>
            </a:lvl4pPr>
            <a:lvl5pPr marL="1085823" indent="0">
              <a:lnSpc>
                <a:spcPct val="100000"/>
              </a:lnSpc>
              <a:buNone/>
              <a:defRPr i="1">
                <a:latin typeface="+mn-lt"/>
              </a:defRPr>
            </a:lvl5pPr>
          </a:lstStyle>
          <a:p>
            <a:pPr lvl="0"/>
            <a:r>
              <a:rPr lang="en-US" dirty="0"/>
              <a:t>Optional Subhead here</a:t>
            </a:r>
          </a:p>
        </p:txBody>
      </p:sp>
      <p:sp>
        <p:nvSpPr>
          <p:cNvPr id="7" name="Text Placeholder 3"/>
          <p:cNvSpPr>
            <a:spLocks noGrp="1"/>
          </p:cNvSpPr>
          <p:nvPr>
            <p:ph idx="1"/>
          </p:nvPr>
        </p:nvSpPr>
        <p:spPr>
          <a:xfrm>
            <a:off x="459685" y="1401417"/>
            <a:ext cx="8137665" cy="2932045"/>
          </a:xfrm>
          <a:prstGeom prst="rect">
            <a:avLst/>
          </a:prstGeom>
        </p:spPr>
        <p:txBody>
          <a:bodyPr vert="horz" lIns="91440" tIns="45720" rIns="91440" bIns="45720" rtlCol="0">
            <a:noAutofit/>
          </a:bodyPr>
          <a:lstStyle>
            <a:lvl1pPr>
              <a:buClr>
                <a:schemeClr val="accent1"/>
              </a:buClr>
              <a:defRPr b="0" i="0"/>
            </a:lvl1pPr>
            <a:lvl2pPr>
              <a:buClr>
                <a:schemeClr val="tx1"/>
              </a:buClr>
              <a:defRPr b="0" i="0"/>
            </a:lvl2pPr>
            <a:lvl3pPr>
              <a:buClr>
                <a:schemeClr val="accent1"/>
              </a:buClr>
              <a:defRPr b="0" i="0"/>
            </a:lvl3pPr>
            <a:lvl4pPr>
              <a:buClr>
                <a:schemeClr val="tx1"/>
              </a:buClr>
              <a:defRPr b="0" i="0"/>
            </a:lvl4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1275216213"/>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lank Slide – Navy">
    <p:bg>
      <p:bgRef idx="1001">
        <a:schemeClr val="bg2"/>
      </p:bgRef>
    </p:bg>
    <p:spTree>
      <p:nvGrpSpPr>
        <p:cNvPr id="1" name=""/>
        <p:cNvGrpSpPr/>
        <p:nvPr/>
      </p:nvGrpSpPr>
      <p:grpSpPr>
        <a:xfrm>
          <a:off x="0" y="0"/>
          <a:ext cx="0" cy="0"/>
          <a:chOff x="0" y="0"/>
          <a:chExt cx="0" cy="0"/>
        </a:xfrm>
      </p:grpSpPr>
      <p:sp>
        <p:nvSpPr>
          <p:cNvPr id="10" name="Footer Placeholder 9"/>
          <p:cNvSpPr>
            <a:spLocks noGrp="1"/>
          </p:cNvSpPr>
          <p:nvPr>
            <p:ph type="ftr" sz="quarter" idx="12"/>
          </p:nvPr>
        </p:nvSpPr>
        <p:spPr/>
        <p:txBody>
          <a:bodyPr/>
          <a:lstStyle>
            <a:lvl1pPr>
              <a:defRPr b="0" i="0"/>
            </a:lvl1pPr>
          </a:lstStyle>
          <a:p>
            <a:r>
              <a:rPr lang="en-US"/>
              <a:t>Presentation Title</a:t>
            </a:r>
            <a:endParaRPr lang="en-US" dirty="0"/>
          </a:p>
        </p:txBody>
      </p:sp>
      <p:sp>
        <p:nvSpPr>
          <p:cNvPr id="14" name="Slide Number Placeholder 13"/>
          <p:cNvSpPr>
            <a:spLocks noGrp="1"/>
          </p:cNvSpPr>
          <p:nvPr>
            <p:ph type="sldNum" sz="quarter" idx="13"/>
          </p:nvPr>
        </p:nvSpPr>
        <p:spPr/>
        <p:txBody>
          <a:bodyPr/>
          <a:lstStyle>
            <a:lvl1pPr>
              <a:defRPr b="0" i="0"/>
            </a:lvl1pPr>
          </a:lstStyle>
          <a:p>
            <a:fld id="{7BCC8D0D-EAEC-449D-9161-023DFF90F2E2}" type="slidenum">
              <a:rPr lang="en-US" smtClean="0"/>
              <a:pPr/>
              <a:t>‹#›</a:t>
            </a:fld>
            <a:endParaRPr lang="en-US" dirty="0"/>
          </a:p>
        </p:txBody>
      </p:sp>
    </p:spTree>
    <p:extLst>
      <p:ext uri="{BB962C8B-B14F-4D97-AF65-F5344CB8AC3E}">
        <p14:creationId xmlns:p14="http://schemas.microsoft.com/office/powerpoint/2010/main" val="1375574610"/>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hart Slide – Navy">
    <p:bg>
      <p:bgRef idx="1001">
        <a:schemeClr val="bg2"/>
      </p:bgRef>
    </p:bg>
    <p:spTree>
      <p:nvGrpSpPr>
        <p:cNvPr id="1" name=""/>
        <p:cNvGrpSpPr/>
        <p:nvPr/>
      </p:nvGrpSpPr>
      <p:grpSpPr>
        <a:xfrm>
          <a:off x="0" y="0"/>
          <a:ext cx="0" cy="0"/>
          <a:chOff x="0" y="0"/>
          <a:chExt cx="0" cy="0"/>
        </a:xfrm>
      </p:grpSpPr>
      <p:sp>
        <p:nvSpPr>
          <p:cNvPr id="10" name="Footer Placeholder 9"/>
          <p:cNvSpPr>
            <a:spLocks noGrp="1"/>
          </p:cNvSpPr>
          <p:nvPr>
            <p:ph type="ftr" sz="quarter" idx="12"/>
          </p:nvPr>
        </p:nvSpPr>
        <p:spPr/>
        <p:txBody>
          <a:bodyPr/>
          <a:lstStyle>
            <a:lvl1pPr>
              <a:defRPr b="0" i="0"/>
            </a:lvl1pPr>
          </a:lstStyle>
          <a:p>
            <a:r>
              <a:rPr lang="en-US"/>
              <a:t>Presentation Title</a:t>
            </a:r>
            <a:endParaRPr lang="en-US" dirty="0"/>
          </a:p>
        </p:txBody>
      </p:sp>
      <p:sp>
        <p:nvSpPr>
          <p:cNvPr id="14" name="Slide Number Placeholder 13"/>
          <p:cNvSpPr>
            <a:spLocks noGrp="1"/>
          </p:cNvSpPr>
          <p:nvPr>
            <p:ph type="sldNum" sz="quarter" idx="13"/>
          </p:nvPr>
        </p:nvSpPr>
        <p:spPr/>
        <p:txBody>
          <a:bodyPr/>
          <a:lstStyle>
            <a:lvl1pPr>
              <a:defRPr b="0" i="0"/>
            </a:lvl1pPr>
          </a:lstStyle>
          <a:p>
            <a:fld id="{7BCC8D0D-EAEC-449D-9161-023DFF90F2E2}" type="slidenum">
              <a:rPr lang="en-US" smtClean="0"/>
              <a:pPr/>
              <a:t>‹#›</a:t>
            </a:fld>
            <a:endParaRPr lang="en-US" dirty="0"/>
          </a:p>
        </p:txBody>
      </p:sp>
      <p:sp>
        <p:nvSpPr>
          <p:cNvPr id="5" name="Chart Placeholder 2"/>
          <p:cNvSpPr>
            <a:spLocks noGrp="1"/>
          </p:cNvSpPr>
          <p:nvPr>
            <p:ph type="chart" sz="quarter" idx="14"/>
          </p:nvPr>
        </p:nvSpPr>
        <p:spPr>
          <a:xfrm>
            <a:off x="268359" y="352446"/>
            <a:ext cx="8587407" cy="3972812"/>
          </a:xfrm>
          <a:prstGeom prst="rect">
            <a:avLst/>
          </a:prstGeom>
        </p:spPr>
        <p:txBody>
          <a:bodyPr>
            <a:normAutofit/>
          </a:bodyPr>
          <a:lstStyle>
            <a:lvl1pPr marL="0" indent="0">
              <a:buNone/>
              <a:defRPr b="0" i="0"/>
            </a:lvl1pPr>
          </a:lstStyle>
          <a:p>
            <a:r>
              <a:rPr lang="en-US" dirty="0"/>
              <a:t>Click icon to add chart</a:t>
            </a:r>
          </a:p>
        </p:txBody>
      </p:sp>
    </p:spTree>
    <p:extLst>
      <p:ext uri="{BB962C8B-B14F-4D97-AF65-F5344CB8AC3E}">
        <p14:creationId xmlns:p14="http://schemas.microsoft.com/office/powerpoint/2010/main" val="628926693"/>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wo Column Slide – Navy">
    <p:bg>
      <p:bgRef idx="1001">
        <a:schemeClr val="bg2"/>
      </p:bgRef>
    </p:bg>
    <p:spTree>
      <p:nvGrpSpPr>
        <p:cNvPr id="1" name=""/>
        <p:cNvGrpSpPr/>
        <p:nvPr/>
      </p:nvGrpSpPr>
      <p:grpSpPr>
        <a:xfrm>
          <a:off x="0" y="0"/>
          <a:ext cx="0" cy="0"/>
          <a:chOff x="0" y="0"/>
          <a:chExt cx="0" cy="0"/>
        </a:xfrm>
      </p:grpSpPr>
      <p:sp>
        <p:nvSpPr>
          <p:cNvPr id="10" name="Footer Placeholder 9"/>
          <p:cNvSpPr>
            <a:spLocks noGrp="1"/>
          </p:cNvSpPr>
          <p:nvPr>
            <p:ph type="ftr" sz="quarter" idx="12"/>
          </p:nvPr>
        </p:nvSpPr>
        <p:spPr/>
        <p:txBody>
          <a:bodyPr/>
          <a:lstStyle>
            <a:lvl1pPr>
              <a:defRPr b="0" i="0"/>
            </a:lvl1pPr>
          </a:lstStyle>
          <a:p>
            <a:r>
              <a:rPr lang="en-US"/>
              <a:t>Presentation Title</a:t>
            </a:r>
            <a:endParaRPr lang="en-US" dirty="0"/>
          </a:p>
        </p:txBody>
      </p:sp>
      <p:sp>
        <p:nvSpPr>
          <p:cNvPr id="14" name="Slide Number Placeholder 13"/>
          <p:cNvSpPr>
            <a:spLocks noGrp="1"/>
          </p:cNvSpPr>
          <p:nvPr>
            <p:ph type="sldNum" sz="quarter" idx="13"/>
          </p:nvPr>
        </p:nvSpPr>
        <p:spPr/>
        <p:txBody>
          <a:bodyPr/>
          <a:lstStyle>
            <a:lvl1pPr>
              <a:defRPr b="0" i="0"/>
            </a:lvl1pPr>
          </a:lstStyle>
          <a:p>
            <a:fld id="{7BCC8D0D-EAEC-449D-9161-023DFF90F2E2}" type="slidenum">
              <a:rPr lang="en-US" smtClean="0"/>
              <a:pPr/>
              <a:t>‹#›</a:t>
            </a:fld>
            <a:endParaRPr lang="en-US" dirty="0"/>
          </a:p>
        </p:txBody>
      </p:sp>
      <p:sp>
        <p:nvSpPr>
          <p:cNvPr id="11" name="Title 15"/>
          <p:cNvSpPr>
            <a:spLocks noGrp="1"/>
          </p:cNvSpPr>
          <p:nvPr>
            <p:ph type="title" hasCustomPrompt="1"/>
          </p:nvPr>
        </p:nvSpPr>
        <p:spPr>
          <a:xfrm>
            <a:off x="453585" y="318751"/>
            <a:ext cx="8173580" cy="458587"/>
          </a:xfrm>
          <a:prstGeom prst="rect">
            <a:avLst/>
          </a:prstGeom>
        </p:spPr>
        <p:txBody>
          <a:bodyPr anchor="b">
            <a:noAutofit/>
          </a:bodyPr>
          <a:lstStyle>
            <a:lvl1pPr>
              <a:defRPr sz="3600" b="0" i="0">
                <a:latin typeface="Garamond" panose="02020404030301010803" pitchFamily="18" charset="0"/>
                <a:ea typeface="Helvetica Neue" panose="02000503000000020004" pitchFamily="2" charset="0"/>
                <a:cs typeface="Arial" panose="020B0604020202020204" pitchFamily="34" charset="0"/>
              </a:defRPr>
            </a:lvl1pPr>
          </a:lstStyle>
          <a:p>
            <a:r>
              <a:rPr lang="en-US" dirty="0"/>
              <a:t>Slide Title Here</a:t>
            </a:r>
          </a:p>
        </p:txBody>
      </p:sp>
      <p:sp>
        <p:nvSpPr>
          <p:cNvPr id="12" name="Text Placeholder 3"/>
          <p:cNvSpPr>
            <a:spLocks noGrp="1"/>
          </p:cNvSpPr>
          <p:nvPr>
            <p:ph type="body" sz="quarter" idx="15" hasCustomPrompt="1"/>
          </p:nvPr>
        </p:nvSpPr>
        <p:spPr>
          <a:xfrm>
            <a:off x="457202" y="695741"/>
            <a:ext cx="8169964" cy="334897"/>
          </a:xfrm>
          <a:prstGeom prst="rect">
            <a:avLst/>
          </a:prstGeom>
        </p:spPr>
        <p:txBody>
          <a:bodyPr>
            <a:noAutofit/>
          </a:bodyPr>
          <a:lstStyle>
            <a:lvl1pPr marL="0" indent="0">
              <a:lnSpc>
                <a:spcPct val="100000"/>
              </a:lnSpc>
              <a:buNone/>
              <a:defRPr sz="1800" b="0" i="0">
                <a:latin typeface="Arial" panose="020B0604020202020204" pitchFamily="34" charset="0"/>
              </a:defRPr>
            </a:lvl1pPr>
            <a:lvl2pPr marL="230181" indent="0">
              <a:lnSpc>
                <a:spcPct val="100000"/>
              </a:lnSpc>
              <a:buNone/>
              <a:defRPr i="1">
                <a:latin typeface="+mn-lt"/>
              </a:defRPr>
            </a:lvl2pPr>
            <a:lvl3pPr marL="515924" indent="0">
              <a:lnSpc>
                <a:spcPct val="100000"/>
              </a:lnSpc>
              <a:buNone/>
              <a:defRPr i="1">
                <a:latin typeface="+mn-lt"/>
              </a:defRPr>
            </a:lvl3pPr>
            <a:lvl4pPr marL="800080" indent="0">
              <a:lnSpc>
                <a:spcPct val="100000"/>
              </a:lnSpc>
              <a:buNone/>
              <a:defRPr i="1">
                <a:latin typeface="+mn-lt"/>
              </a:defRPr>
            </a:lvl4pPr>
            <a:lvl5pPr marL="1085823" indent="0">
              <a:lnSpc>
                <a:spcPct val="100000"/>
              </a:lnSpc>
              <a:buNone/>
              <a:defRPr i="1">
                <a:latin typeface="+mn-lt"/>
              </a:defRPr>
            </a:lvl5pPr>
          </a:lstStyle>
          <a:p>
            <a:pPr lvl="0"/>
            <a:r>
              <a:rPr lang="en-US" dirty="0"/>
              <a:t>Optional Subhead here</a:t>
            </a:r>
          </a:p>
        </p:txBody>
      </p:sp>
      <p:sp>
        <p:nvSpPr>
          <p:cNvPr id="8" name="Content Placeholder 3"/>
          <p:cNvSpPr>
            <a:spLocks noGrp="1"/>
          </p:cNvSpPr>
          <p:nvPr>
            <p:ph sz="quarter" idx="18" hasCustomPrompt="1"/>
          </p:nvPr>
        </p:nvSpPr>
        <p:spPr>
          <a:xfrm>
            <a:off x="456925" y="1420744"/>
            <a:ext cx="3826840" cy="2853083"/>
          </a:xfrm>
          <a:prstGeom prst="rect">
            <a:avLst/>
          </a:prstGeom>
        </p:spPr>
        <p:txBody>
          <a:bodyPr/>
          <a:lstStyle>
            <a:lvl1pPr>
              <a:defRPr b="0" i="0"/>
            </a:lvl1pPr>
            <a:lvl2pPr>
              <a:buClr>
                <a:schemeClr val="tx1"/>
              </a:buClr>
              <a:defRPr b="0" i="0"/>
            </a:lvl2pPr>
            <a:lvl3pPr>
              <a:defRPr b="0" i="0"/>
            </a:lvl3pPr>
            <a:lvl4pPr>
              <a:buClr>
                <a:schemeClr val="tx1"/>
              </a:buClr>
              <a:defRPr b="0" i="0"/>
            </a:lvl4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9" name="Content Placeholder 3"/>
          <p:cNvSpPr>
            <a:spLocks noGrp="1"/>
          </p:cNvSpPr>
          <p:nvPr>
            <p:ph sz="quarter" idx="19" hasCustomPrompt="1"/>
          </p:nvPr>
        </p:nvSpPr>
        <p:spPr>
          <a:xfrm>
            <a:off x="4790386" y="1420744"/>
            <a:ext cx="3826840" cy="2853083"/>
          </a:xfrm>
          <a:prstGeom prst="rect">
            <a:avLst/>
          </a:prstGeom>
        </p:spPr>
        <p:txBody>
          <a:bodyPr/>
          <a:lstStyle>
            <a:lvl1pPr>
              <a:defRPr b="0" i="0"/>
            </a:lvl1pPr>
            <a:lvl2pPr>
              <a:buClr>
                <a:schemeClr val="tx1"/>
              </a:buClr>
              <a:defRPr b="0" i="0"/>
            </a:lvl2pPr>
            <a:lvl3pPr>
              <a:defRPr b="0" i="0"/>
            </a:lvl3pPr>
            <a:lvl4pPr>
              <a:buClr>
                <a:schemeClr val="tx1"/>
              </a:buClr>
              <a:defRPr b="0" i="0"/>
            </a:lvl4pPr>
          </a:lstStyle>
          <a:p>
            <a:pPr lvl="0"/>
            <a:r>
              <a:rPr lang="en-US" dirty="0"/>
              <a:t>Click to add text</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1948818793"/>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ullet Slide-White">
    <p:bg>
      <p:bgRef idx="1001">
        <a:schemeClr val="bg1"/>
      </p:bgRef>
    </p:bg>
    <p:spTree>
      <p:nvGrpSpPr>
        <p:cNvPr id="1" name=""/>
        <p:cNvGrpSpPr/>
        <p:nvPr/>
      </p:nvGrpSpPr>
      <p:grpSpPr>
        <a:xfrm>
          <a:off x="0" y="0"/>
          <a:ext cx="0" cy="0"/>
          <a:chOff x="0" y="0"/>
          <a:chExt cx="0" cy="0"/>
        </a:xfrm>
      </p:grpSpPr>
      <p:sp>
        <p:nvSpPr>
          <p:cNvPr id="10" name="Footer Placeholder 9"/>
          <p:cNvSpPr>
            <a:spLocks noGrp="1"/>
          </p:cNvSpPr>
          <p:nvPr>
            <p:ph type="ftr" sz="quarter" idx="12"/>
          </p:nvPr>
        </p:nvSpPr>
        <p:spPr/>
        <p:txBody>
          <a:bodyPr/>
          <a:lstStyle>
            <a:lvl1pPr>
              <a:defRPr b="0" i="0"/>
            </a:lvl1pPr>
          </a:lstStyle>
          <a:p>
            <a:r>
              <a:rPr lang="en-US"/>
              <a:t>Presentation Title</a:t>
            </a:r>
            <a:endParaRPr lang="en-US" dirty="0"/>
          </a:p>
        </p:txBody>
      </p:sp>
      <p:sp>
        <p:nvSpPr>
          <p:cNvPr id="14" name="Slide Number Placeholder 13"/>
          <p:cNvSpPr>
            <a:spLocks noGrp="1"/>
          </p:cNvSpPr>
          <p:nvPr>
            <p:ph type="sldNum" sz="quarter" idx="13"/>
          </p:nvPr>
        </p:nvSpPr>
        <p:spPr/>
        <p:txBody>
          <a:bodyPr/>
          <a:lstStyle>
            <a:lvl1pPr>
              <a:defRPr b="0" i="0"/>
            </a:lvl1pPr>
          </a:lstStyle>
          <a:p>
            <a:fld id="{7BCC8D0D-EAEC-449D-9161-023DFF90F2E2}" type="slidenum">
              <a:rPr lang="en-US" smtClean="0"/>
              <a:pPr/>
              <a:t>‹#›</a:t>
            </a:fld>
            <a:endParaRPr lang="en-US" dirty="0"/>
          </a:p>
        </p:txBody>
      </p:sp>
      <p:sp>
        <p:nvSpPr>
          <p:cNvPr id="7" name="Title 15"/>
          <p:cNvSpPr>
            <a:spLocks noGrp="1"/>
          </p:cNvSpPr>
          <p:nvPr>
            <p:ph type="title" hasCustomPrompt="1"/>
          </p:nvPr>
        </p:nvSpPr>
        <p:spPr>
          <a:xfrm>
            <a:off x="453585" y="318751"/>
            <a:ext cx="8173580" cy="458587"/>
          </a:xfrm>
          <a:prstGeom prst="rect">
            <a:avLst/>
          </a:prstGeom>
        </p:spPr>
        <p:txBody>
          <a:bodyPr anchor="b">
            <a:noAutofit/>
          </a:bodyPr>
          <a:lstStyle>
            <a:lvl1pPr>
              <a:defRPr sz="3600" b="0" i="0">
                <a:latin typeface="Garamond" panose="02020404030301010803" pitchFamily="18" charset="0"/>
                <a:ea typeface="Helvetica Neue" panose="02000503000000020004" pitchFamily="2" charset="0"/>
                <a:cs typeface="Arial" panose="020B0604020202020204" pitchFamily="34" charset="0"/>
              </a:defRPr>
            </a:lvl1pPr>
          </a:lstStyle>
          <a:p>
            <a:r>
              <a:rPr lang="en-US" dirty="0"/>
              <a:t>Slide Title Here</a:t>
            </a:r>
          </a:p>
        </p:txBody>
      </p:sp>
      <p:sp>
        <p:nvSpPr>
          <p:cNvPr id="9" name="Text Placeholder 3"/>
          <p:cNvSpPr>
            <a:spLocks noGrp="1"/>
          </p:cNvSpPr>
          <p:nvPr>
            <p:ph type="body" sz="quarter" idx="15" hasCustomPrompt="1"/>
          </p:nvPr>
        </p:nvSpPr>
        <p:spPr>
          <a:xfrm>
            <a:off x="457202" y="695741"/>
            <a:ext cx="8169964" cy="334897"/>
          </a:xfrm>
          <a:prstGeom prst="rect">
            <a:avLst/>
          </a:prstGeom>
        </p:spPr>
        <p:txBody>
          <a:bodyPr>
            <a:noAutofit/>
          </a:bodyPr>
          <a:lstStyle>
            <a:lvl1pPr marL="0" indent="0">
              <a:lnSpc>
                <a:spcPct val="100000"/>
              </a:lnSpc>
              <a:buNone/>
              <a:defRPr sz="1800" b="0" i="0">
                <a:latin typeface="Arial" panose="020B0604020202020204" pitchFamily="34" charset="0"/>
              </a:defRPr>
            </a:lvl1pPr>
            <a:lvl2pPr marL="230181" indent="0">
              <a:lnSpc>
                <a:spcPct val="100000"/>
              </a:lnSpc>
              <a:buNone/>
              <a:defRPr i="1">
                <a:latin typeface="+mn-lt"/>
              </a:defRPr>
            </a:lvl2pPr>
            <a:lvl3pPr marL="515924" indent="0">
              <a:lnSpc>
                <a:spcPct val="100000"/>
              </a:lnSpc>
              <a:buNone/>
              <a:defRPr i="1">
                <a:latin typeface="+mn-lt"/>
              </a:defRPr>
            </a:lvl3pPr>
            <a:lvl4pPr marL="800080" indent="0">
              <a:lnSpc>
                <a:spcPct val="100000"/>
              </a:lnSpc>
              <a:buNone/>
              <a:defRPr i="1">
                <a:latin typeface="+mn-lt"/>
              </a:defRPr>
            </a:lvl4pPr>
            <a:lvl5pPr marL="1085823" indent="0">
              <a:lnSpc>
                <a:spcPct val="100000"/>
              </a:lnSpc>
              <a:buNone/>
              <a:defRPr i="1">
                <a:latin typeface="+mn-lt"/>
              </a:defRPr>
            </a:lvl5pPr>
          </a:lstStyle>
          <a:p>
            <a:pPr lvl="0"/>
            <a:r>
              <a:rPr lang="en-US" dirty="0"/>
              <a:t>Optional Subhead here</a:t>
            </a:r>
          </a:p>
        </p:txBody>
      </p:sp>
      <p:sp>
        <p:nvSpPr>
          <p:cNvPr id="11" name="Text Placeholder 3"/>
          <p:cNvSpPr>
            <a:spLocks noGrp="1"/>
          </p:cNvSpPr>
          <p:nvPr>
            <p:ph idx="1"/>
          </p:nvPr>
        </p:nvSpPr>
        <p:spPr>
          <a:xfrm>
            <a:off x="459685" y="1401417"/>
            <a:ext cx="8137665" cy="2932045"/>
          </a:xfrm>
          <a:prstGeom prst="rect">
            <a:avLst/>
          </a:prstGeom>
        </p:spPr>
        <p:txBody>
          <a:bodyPr vert="horz" lIns="91440" tIns="45720" rIns="91440" bIns="45720" rtlCol="0">
            <a:noAutofit/>
          </a:bodyPr>
          <a:lstStyle>
            <a:lvl1pPr>
              <a:defRPr b="0" i="0"/>
            </a:lvl1pPr>
            <a:lvl2pPr>
              <a:defRPr b="0" i="0"/>
            </a:lvl2pPr>
            <a:lvl3pPr>
              <a:defRPr b="0" i="0"/>
            </a:lvl3pPr>
            <a:lvl4pPr>
              <a:defRPr b="0" i="0"/>
            </a:lvl4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2103658245"/>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hart Slide – White">
    <p:spTree>
      <p:nvGrpSpPr>
        <p:cNvPr id="1" name=""/>
        <p:cNvGrpSpPr/>
        <p:nvPr/>
      </p:nvGrpSpPr>
      <p:grpSpPr>
        <a:xfrm>
          <a:off x="0" y="0"/>
          <a:ext cx="0" cy="0"/>
          <a:chOff x="0" y="0"/>
          <a:chExt cx="0" cy="0"/>
        </a:xfrm>
      </p:grpSpPr>
      <p:sp>
        <p:nvSpPr>
          <p:cNvPr id="10" name="Footer Placeholder 9"/>
          <p:cNvSpPr>
            <a:spLocks noGrp="1"/>
          </p:cNvSpPr>
          <p:nvPr>
            <p:ph type="ftr" sz="quarter" idx="12"/>
          </p:nvPr>
        </p:nvSpPr>
        <p:spPr/>
        <p:txBody>
          <a:bodyPr/>
          <a:lstStyle>
            <a:lvl1pPr>
              <a:defRPr b="0" i="0"/>
            </a:lvl1pPr>
          </a:lstStyle>
          <a:p>
            <a:r>
              <a:rPr lang="en-US"/>
              <a:t>Presentation Title</a:t>
            </a:r>
            <a:endParaRPr lang="en-US" dirty="0"/>
          </a:p>
        </p:txBody>
      </p:sp>
      <p:sp>
        <p:nvSpPr>
          <p:cNvPr id="14" name="Slide Number Placeholder 13"/>
          <p:cNvSpPr>
            <a:spLocks noGrp="1"/>
          </p:cNvSpPr>
          <p:nvPr>
            <p:ph type="sldNum" sz="quarter" idx="13"/>
          </p:nvPr>
        </p:nvSpPr>
        <p:spPr/>
        <p:txBody>
          <a:bodyPr/>
          <a:lstStyle>
            <a:lvl1pPr>
              <a:defRPr b="0" i="0"/>
            </a:lvl1pPr>
          </a:lstStyle>
          <a:p>
            <a:fld id="{7BCC8D0D-EAEC-449D-9161-023DFF90F2E2}" type="slidenum">
              <a:rPr lang="en-US" smtClean="0"/>
              <a:pPr/>
              <a:t>‹#›</a:t>
            </a:fld>
            <a:endParaRPr lang="en-US" dirty="0"/>
          </a:p>
        </p:txBody>
      </p:sp>
      <p:sp>
        <p:nvSpPr>
          <p:cNvPr id="6" name="Chart Placeholder 2"/>
          <p:cNvSpPr>
            <a:spLocks noGrp="1"/>
          </p:cNvSpPr>
          <p:nvPr>
            <p:ph type="chart" sz="quarter" idx="14"/>
          </p:nvPr>
        </p:nvSpPr>
        <p:spPr>
          <a:xfrm>
            <a:off x="268359" y="352446"/>
            <a:ext cx="8587407" cy="3972812"/>
          </a:xfrm>
          <a:prstGeom prst="rect">
            <a:avLst/>
          </a:prstGeom>
        </p:spPr>
        <p:txBody>
          <a:bodyPr>
            <a:normAutofit/>
          </a:bodyPr>
          <a:lstStyle>
            <a:lvl1pPr marL="0" indent="0">
              <a:buNone/>
              <a:defRPr b="0" i="0"/>
            </a:lvl1pPr>
          </a:lstStyle>
          <a:p>
            <a:r>
              <a:rPr lang="en-US" dirty="0"/>
              <a:t>Click icon to add chart</a:t>
            </a:r>
          </a:p>
        </p:txBody>
      </p:sp>
    </p:spTree>
    <p:extLst>
      <p:ext uri="{BB962C8B-B14F-4D97-AF65-F5344CB8AC3E}">
        <p14:creationId xmlns:p14="http://schemas.microsoft.com/office/powerpoint/2010/main" val="1220903655"/>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wo Column Slide – White">
    <p:spTree>
      <p:nvGrpSpPr>
        <p:cNvPr id="1" name=""/>
        <p:cNvGrpSpPr/>
        <p:nvPr/>
      </p:nvGrpSpPr>
      <p:grpSpPr>
        <a:xfrm>
          <a:off x="0" y="0"/>
          <a:ext cx="0" cy="0"/>
          <a:chOff x="0" y="0"/>
          <a:chExt cx="0" cy="0"/>
        </a:xfrm>
      </p:grpSpPr>
      <p:sp>
        <p:nvSpPr>
          <p:cNvPr id="10" name="Footer Placeholder 9"/>
          <p:cNvSpPr>
            <a:spLocks noGrp="1"/>
          </p:cNvSpPr>
          <p:nvPr>
            <p:ph type="ftr" sz="quarter" idx="12"/>
          </p:nvPr>
        </p:nvSpPr>
        <p:spPr/>
        <p:txBody>
          <a:bodyPr/>
          <a:lstStyle>
            <a:lvl1pPr>
              <a:defRPr b="0" i="0"/>
            </a:lvl1pPr>
          </a:lstStyle>
          <a:p>
            <a:r>
              <a:rPr lang="en-US"/>
              <a:t>Presentation Title</a:t>
            </a:r>
            <a:endParaRPr lang="en-US" dirty="0"/>
          </a:p>
        </p:txBody>
      </p:sp>
      <p:sp>
        <p:nvSpPr>
          <p:cNvPr id="14" name="Slide Number Placeholder 13"/>
          <p:cNvSpPr>
            <a:spLocks noGrp="1"/>
          </p:cNvSpPr>
          <p:nvPr>
            <p:ph type="sldNum" sz="quarter" idx="13"/>
          </p:nvPr>
        </p:nvSpPr>
        <p:spPr/>
        <p:txBody>
          <a:bodyPr/>
          <a:lstStyle>
            <a:lvl1pPr>
              <a:defRPr b="0" i="0"/>
            </a:lvl1pPr>
          </a:lstStyle>
          <a:p>
            <a:fld id="{7BCC8D0D-EAEC-449D-9161-023DFF90F2E2}" type="slidenum">
              <a:rPr lang="en-US" smtClean="0"/>
              <a:pPr/>
              <a:t>‹#›</a:t>
            </a:fld>
            <a:endParaRPr lang="en-US" dirty="0"/>
          </a:p>
        </p:txBody>
      </p:sp>
      <p:sp>
        <p:nvSpPr>
          <p:cNvPr id="11" name="Title 15"/>
          <p:cNvSpPr>
            <a:spLocks noGrp="1"/>
          </p:cNvSpPr>
          <p:nvPr>
            <p:ph type="title" hasCustomPrompt="1"/>
          </p:nvPr>
        </p:nvSpPr>
        <p:spPr>
          <a:xfrm>
            <a:off x="453585" y="318751"/>
            <a:ext cx="8173580" cy="458587"/>
          </a:xfrm>
          <a:prstGeom prst="rect">
            <a:avLst/>
          </a:prstGeom>
        </p:spPr>
        <p:txBody>
          <a:bodyPr anchor="b">
            <a:noAutofit/>
          </a:bodyPr>
          <a:lstStyle>
            <a:lvl1pPr>
              <a:defRPr sz="3600" b="0" i="0">
                <a:latin typeface="Garamond" panose="02020404030301010803" pitchFamily="18" charset="0"/>
                <a:ea typeface="Helvetica Neue" panose="02000503000000020004" pitchFamily="2" charset="0"/>
                <a:cs typeface="Arial" panose="020B0604020202020204" pitchFamily="34" charset="0"/>
              </a:defRPr>
            </a:lvl1pPr>
          </a:lstStyle>
          <a:p>
            <a:r>
              <a:rPr lang="en-US" dirty="0"/>
              <a:t>Slide Title Here</a:t>
            </a:r>
          </a:p>
        </p:txBody>
      </p:sp>
      <p:sp>
        <p:nvSpPr>
          <p:cNvPr id="12" name="Text Placeholder 3"/>
          <p:cNvSpPr>
            <a:spLocks noGrp="1"/>
          </p:cNvSpPr>
          <p:nvPr>
            <p:ph type="body" sz="quarter" idx="15" hasCustomPrompt="1"/>
          </p:nvPr>
        </p:nvSpPr>
        <p:spPr>
          <a:xfrm>
            <a:off x="457202" y="695741"/>
            <a:ext cx="8169964" cy="334897"/>
          </a:xfrm>
          <a:prstGeom prst="rect">
            <a:avLst/>
          </a:prstGeom>
        </p:spPr>
        <p:txBody>
          <a:bodyPr>
            <a:noAutofit/>
          </a:bodyPr>
          <a:lstStyle>
            <a:lvl1pPr marL="0" indent="0">
              <a:lnSpc>
                <a:spcPct val="100000"/>
              </a:lnSpc>
              <a:buNone/>
              <a:defRPr sz="1800" b="0" i="0">
                <a:latin typeface="Arial" panose="020B0604020202020204" pitchFamily="34" charset="0"/>
              </a:defRPr>
            </a:lvl1pPr>
            <a:lvl2pPr marL="230181" indent="0">
              <a:lnSpc>
                <a:spcPct val="100000"/>
              </a:lnSpc>
              <a:buNone/>
              <a:defRPr i="1">
                <a:latin typeface="+mn-lt"/>
              </a:defRPr>
            </a:lvl2pPr>
            <a:lvl3pPr marL="515924" indent="0">
              <a:lnSpc>
                <a:spcPct val="100000"/>
              </a:lnSpc>
              <a:buNone/>
              <a:defRPr i="1">
                <a:latin typeface="+mn-lt"/>
              </a:defRPr>
            </a:lvl3pPr>
            <a:lvl4pPr marL="800080" indent="0">
              <a:lnSpc>
                <a:spcPct val="100000"/>
              </a:lnSpc>
              <a:buNone/>
              <a:defRPr i="1">
                <a:latin typeface="+mn-lt"/>
              </a:defRPr>
            </a:lvl4pPr>
            <a:lvl5pPr marL="1085823" indent="0">
              <a:lnSpc>
                <a:spcPct val="100000"/>
              </a:lnSpc>
              <a:buNone/>
              <a:defRPr i="1">
                <a:latin typeface="+mn-lt"/>
              </a:defRPr>
            </a:lvl5pPr>
          </a:lstStyle>
          <a:p>
            <a:pPr lvl="0"/>
            <a:r>
              <a:rPr lang="en-US" dirty="0"/>
              <a:t>Optional Subhead here</a:t>
            </a:r>
          </a:p>
        </p:txBody>
      </p:sp>
      <p:sp>
        <p:nvSpPr>
          <p:cNvPr id="8" name="Content Placeholder 3"/>
          <p:cNvSpPr>
            <a:spLocks noGrp="1"/>
          </p:cNvSpPr>
          <p:nvPr>
            <p:ph sz="quarter" idx="18" hasCustomPrompt="1"/>
          </p:nvPr>
        </p:nvSpPr>
        <p:spPr>
          <a:xfrm>
            <a:off x="456925" y="1420744"/>
            <a:ext cx="3826840" cy="2853083"/>
          </a:xfrm>
          <a:prstGeom prst="rect">
            <a:avLst/>
          </a:prstGeom>
        </p:spPr>
        <p:txBody>
          <a:bodyPr/>
          <a:lstStyle>
            <a:lvl1pPr>
              <a:buClr>
                <a:schemeClr val="accent1"/>
              </a:buClr>
              <a:defRPr b="0" i="0"/>
            </a:lvl1pPr>
            <a:lvl2pPr>
              <a:buClr>
                <a:schemeClr val="accent1"/>
              </a:buClr>
              <a:defRPr b="0" i="0"/>
            </a:lvl2pPr>
            <a:lvl3pPr>
              <a:buClr>
                <a:schemeClr val="accent1"/>
              </a:buClr>
              <a:defRPr b="0" i="0"/>
            </a:lvl3pPr>
            <a:lvl4pPr>
              <a:buClr>
                <a:schemeClr val="accent1"/>
              </a:buClr>
              <a:defRPr b="0" i="0"/>
            </a:lvl4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9" name="Content Placeholder 3"/>
          <p:cNvSpPr>
            <a:spLocks noGrp="1"/>
          </p:cNvSpPr>
          <p:nvPr>
            <p:ph sz="quarter" idx="19" hasCustomPrompt="1"/>
          </p:nvPr>
        </p:nvSpPr>
        <p:spPr>
          <a:xfrm>
            <a:off x="4790386" y="1420744"/>
            <a:ext cx="3826840" cy="2853083"/>
          </a:xfrm>
          <a:prstGeom prst="rect">
            <a:avLst/>
          </a:prstGeom>
        </p:spPr>
        <p:txBody>
          <a:bodyPr/>
          <a:lstStyle>
            <a:lvl1pPr>
              <a:buClr>
                <a:schemeClr val="accent1"/>
              </a:buClr>
              <a:defRPr b="0" i="0"/>
            </a:lvl1pPr>
            <a:lvl2pPr>
              <a:buClr>
                <a:schemeClr val="accent1"/>
              </a:buClr>
              <a:defRPr b="0" i="0"/>
            </a:lvl2pPr>
            <a:lvl3pPr>
              <a:buClr>
                <a:schemeClr val="accent1"/>
              </a:buClr>
              <a:defRPr b="0" i="0"/>
            </a:lvl3pPr>
            <a:lvl4pPr>
              <a:buClr>
                <a:schemeClr val="accent1"/>
              </a:buClr>
              <a:defRPr b="0" i="0"/>
            </a:lvl4pPr>
          </a:lstStyle>
          <a:p>
            <a:pPr lvl="0"/>
            <a:r>
              <a:rPr lang="en-US" dirty="0"/>
              <a:t>Click to add text</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1897927870"/>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Quote Slide – Blue">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lvl1pPr>
              <a:defRPr b="0" i="0"/>
            </a:lvl1pPr>
          </a:lstStyle>
          <a:p>
            <a:r>
              <a:rPr lang="en-US"/>
              <a:t>Presentation Title</a:t>
            </a:r>
            <a:endParaRPr lang="en-US" dirty="0"/>
          </a:p>
        </p:txBody>
      </p:sp>
      <p:sp>
        <p:nvSpPr>
          <p:cNvPr id="5" name="Slide Number Placeholder 4"/>
          <p:cNvSpPr>
            <a:spLocks noGrp="1"/>
          </p:cNvSpPr>
          <p:nvPr>
            <p:ph type="sldNum" sz="quarter" idx="12"/>
          </p:nvPr>
        </p:nvSpPr>
        <p:spPr/>
        <p:txBody>
          <a:bodyPr/>
          <a:lstStyle>
            <a:lvl1pPr>
              <a:defRPr b="0" i="0"/>
            </a:lvl1pPr>
          </a:lstStyle>
          <a:p>
            <a:fld id="{7BCC8D0D-EAEC-449D-9161-023DFF90F2E2}" type="slidenum">
              <a:rPr lang="en-US" smtClean="0"/>
              <a:pPr/>
              <a:t>‹#›</a:t>
            </a:fld>
            <a:endParaRPr lang="en-US" dirty="0"/>
          </a:p>
        </p:txBody>
      </p:sp>
      <p:sp>
        <p:nvSpPr>
          <p:cNvPr id="9" name="Text Placeholder 8"/>
          <p:cNvSpPr>
            <a:spLocks noGrp="1"/>
          </p:cNvSpPr>
          <p:nvPr>
            <p:ph type="body" sz="quarter" idx="13" hasCustomPrompt="1"/>
          </p:nvPr>
        </p:nvSpPr>
        <p:spPr>
          <a:xfrm>
            <a:off x="437601" y="1431236"/>
            <a:ext cx="8229323" cy="2107096"/>
          </a:xfrm>
          <a:prstGeom prst="rect">
            <a:avLst/>
          </a:prstGeom>
        </p:spPr>
        <p:txBody>
          <a:bodyPr anchor="ctr" anchorCtr="0">
            <a:normAutofit/>
          </a:bodyPr>
          <a:lstStyle>
            <a:lvl1pPr marL="0" indent="0">
              <a:lnSpc>
                <a:spcPct val="100000"/>
              </a:lnSpc>
              <a:buNone/>
              <a:defRPr sz="2800" b="0" i="0" baseline="0">
                <a:latin typeface="Arial" panose="020B0604020202020204" pitchFamily="34" charset="0"/>
                <a:ea typeface="Helvetica Neue" panose="02000503000000020004" pitchFamily="2" charset="0"/>
                <a:cs typeface="Arial" panose="020B0604020202020204" pitchFamily="34" charset="0"/>
              </a:defRPr>
            </a:lvl1pPr>
            <a:lvl2pPr marL="230181" indent="0">
              <a:buNone/>
              <a:defRPr>
                <a:latin typeface="+mn-lt"/>
              </a:defRPr>
            </a:lvl2pPr>
            <a:lvl3pPr marL="515924" indent="0">
              <a:buNone/>
              <a:defRPr>
                <a:latin typeface="+mn-lt"/>
              </a:defRPr>
            </a:lvl3pPr>
            <a:lvl4pPr marL="800080" indent="0">
              <a:buNone/>
              <a:defRPr>
                <a:latin typeface="+mn-lt"/>
              </a:defRPr>
            </a:lvl4pPr>
            <a:lvl5pPr marL="1085823" indent="0">
              <a:buNone/>
              <a:defRPr>
                <a:latin typeface="+mn-lt"/>
              </a:defRPr>
            </a:lvl5pPr>
          </a:lstStyle>
          <a:p>
            <a:pPr lvl="0"/>
            <a:r>
              <a:rPr lang="en-US" dirty="0"/>
              <a:t>This page is an option should you wish to utilize a quote as a stand-alone slide within your presentation. The rest is </a:t>
            </a:r>
            <a:r>
              <a:rPr lang="en-US" dirty="0" err="1"/>
              <a:t>lorem</a:t>
            </a:r>
            <a:r>
              <a:rPr lang="en-US" dirty="0"/>
              <a:t> </a:t>
            </a:r>
            <a:r>
              <a:rPr lang="en-US" dirty="0" err="1"/>
              <a:t>ipsum</a:t>
            </a:r>
            <a:r>
              <a:rPr lang="en-US" dirty="0"/>
              <a:t>. </a:t>
            </a:r>
            <a:r>
              <a:rPr lang="en-US" dirty="0" err="1"/>
              <a:t>Ut</a:t>
            </a:r>
            <a:r>
              <a:rPr lang="en-US" dirty="0"/>
              <a:t> </a:t>
            </a:r>
            <a:r>
              <a:rPr lang="en-US" dirty="0" err="1"/>
              <a:t>enim</a:t>
            </a:r>
            <a:r>
              <a:rPr lang="en-US" dirty="0"/>
              <a:t> ad minim </a:t>
            </a:r>
            <a:r>
              <a:rPr lang="en-US" dirty="0" err="1"/>
              <a:t>quis</a:t>
            </a:r>
            <a:r>
              <a:rPr lang="en-US" dirty="0"/>
              <a:t> </a:t>
            </a:r>
            <a:r>
              <a:rPr lang="en-US" dirty="0" err="1"/>
              <a:t>nostrud</a:t>
            </a:r>
            <a:r>
              <a:rPr lang="en-US" dirty="0"/>
              <a:t>.</a:t>
            </a:r>
          </a:p>
        </p:txBody>
      </p:sp>
      <p:sp>
        <p:nvSpPr>
          <p:cNvPr id="10" name="Text Placeholder 13"/>
          <p:cNvSpPr>
            <a:spLocks noGrp="1"/>
          </p:cNvSpPr>
          <p:nvPr>
            <p:ph type="body" sz="quarter" idx="14" hasCustomPrompt="1"/>
          </p:nvPr>
        </p:nvSpPr>
        <p:spPr>
          <a:xfrm>
            <a:off x="447674" y="3696829"/>
            <a:ext cx="6513958" cy="430429"/>
          </a:xfrm>
          <a:prstGeom prst="rect">
            <a:avLst/>
          </a:prstGeom>
        </p:spPr>
        <p:txBody>
          <a:bodyPr>
            <a:normAutofit/>
          </a:bodyPr>
          <a:lstStyle>
            <a:lvl1pPr marL="0" indent="0">
              <a:lnSpc>
                <a:spcPct val="100000"/>
              </a:lnSpc>
              <a:buNone/>
              <a:defRPr sz="1800" b="0" i="0">
                <a:solidFill>
                  <a:schemeClr val="accent1"/>
                </a:solidFill>
                <a:latin typeface="Arial" panose="020B0604020202020204" pitchFamily="34" charset="0"/>
              </a:defRPr>
            </a:lvl1pPr>
          </a:lstStyle>
          <a:p>
            <a:pPr lvl="0"/>
            <a:r>
              <a:rPr lang="en-US" dirty="0"/>
              <a:t>Author’s Name</a:t>
            </a:r>
          </a:p>
        </p:txBody>
      </p:sp>
      <p:sp>
        <p:nvSpPr>
          <p:cNvPr id="13" name="Rectangle 12"/>
          <p:cNvSpPr/>
          <p:nvPr userDrawn="1"/>
        </p:nvSpPr>
        <p:spPr bwMode="auto">
          <a:xfrm>
            <a:off x="496956" y="2"/>
            <a:ext cx="1073426" cy="1182754"/>
          </a:xfrm>
          <a:prstGeom prst="rect">
            <a:avLst/>
          </a:prstGeom>
          <a:solidFill>
            <a:schemeClr val="accent1"/>
          </a:solidFill>
          <a:ln w="19050" algn="ctr">
            <a:noFill/>
            <a:miter lim="800000"/>
            <a:headEnd/>
            <a:tailEnd/>
          </a:ln>
        </p:spPr>
        <p:txBody>
          <a:bodyPr wrap="none" rtlCol="0" anchor="ctr"/>
          <a:lstStyle/>
          <a:p>
            <a:pPr algn="ctr">
              <a:lnSpc>
                <a:spcPct val="90000"/>
              </a:lnSpc>
            </a:pPr>
            <a:endParaRPr lang="en-US" sz="1600" b="0" i="0" dirty="0" err="1">
              <a:solidFill>
                <a:srgbClr val="90BD31"/>
              </a:solidFill>
              <a:latin typeface="Arial" panose="020B0604020202020204" pitchFamily="34" charset="0"/>
            </a:endParaRPr>
          </a:p>
        </p:txBody>
      </p:sp>
      <p:sp>
        <p:nvSpPr>
          <p:cNvPr id="12" name="TextBox 11"/>
          <p:cNvSpPr txBox="1"/>
          <p:nvPr userDrawn="1"/>
        </p:nvSpPr>
        <p:spPr bwMode="auto">
          <a:xfrm>
            <a:off x="434629" y="0"/>
            <a:ext cx="1192695" cy="2123658"/>
          </a:xfrm>
          <a:prstGeom prst="rect">
            <a:avLst/>
          </a:prstGeom>
          <a:noFill/>
          <a:ln w="19050" algn="ctr">
            <a:noFill/>
            <a:miter lim="800000"/>
            <a:headEnd/>
            <a:tailEnd/>
          </a:ln>
        </p:spPr>
        <p:txBody>
          <a:bodyPr wrap="square" lIns="0" tIns="0" rIns="0" bIns="0" rtlCol="0" anchor="ctr">
            <a:spAutoFit/>
          </a:bodyPr>
          <a:lstStyle/>
          <a:p>
            <a:pPr algn="ctr"/>
            <a:r>
              <a:rPr lang="en-US" sz="13800" b="0" i="0" dirty="0">
                <a:solidFill>
                  <a:schemeClr val="bg2"/>
                </a:solidFill>
                <a:latin typeface="Arial" panose="020B0604020202020204" pitchFamily="34" charset="0"/>
              </a:rPr>
              <a:t>“</a:t>
            </a:r>
          </a:p>
        </p:txBody>
      </p:sp>
      <p:sp>
        <p:nvSpPr>
          <p:cNvPr id="11" name="Text Placeholder 13"/>
          <p:cNvSpPr>
            <a:spLocks noGrp="1"/>
          </p:cNvSpPr>
          <p:nvPr>
            <p:ph type="body" sz="quarter" idx="15" hasCustomPrompt="1"/>
          </p:nvPr>
        </p:nvSpPr>
        <p:spPr>
          <a:xfrm>
            <a:off x="447674" y="3980953"/>
            <a:ext cx="6513958" cy="440937"/>
          </a:xfrm>
          <a:prstGeom prst="rect">
            <a:avLst/>
          </a:prstGeom>
        </p:spPr>
        <p:txBody>
          <a:bodyPr>
            <a:normAutofit/>
          </a:bodyPr>
          <a:lstStyle>
            <a:lvl1pPr marL="0" indent="0">
              <a:lnSpc>
                <a:spcPts val="2000"/>
              </a:lnSpc>
              <a:buNone/>
              <a:defRPr sz="1800" b="0" i="0" baseline="0">
                <a:solidFill>
                  <a:schemeClr val="accent1"/>
                </a:solidFill>
                <a:latin typeface="Arial" panose="020B0604020202020204" pitchFamily="34" charset="0"/>
              </a:defRPr>
            </a:lvl1pPr>
          </a:lstStyle>
          <a:p>
            <a:pPr lvl="0"/>
            <a:r>
              <a:rPr lang="en-US" dirty="0"/>
              <a:t>Position Title</a:t>
            </a:r>
          </a:p>
        </p:txBody>
      </p:sp>
    </p:spTree>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Quote Slide – Teal">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lvl1pPr>
              <a:defRPr b="0" i="0"/>
            </a:lvl1pPr>
          </a:lstStyle>
          <a:p>
            <a:r>
              <a:rPr lang="en-US"/>
              <a:t>Presentation Title</a:t>
            </a:r>
            <a:endParaRPr lang="en-US" dirty="0"/>
          </a:p>
        </p:txBody>
      </p:sp>
      <p:sp>
        <p:nvSpPr>
          <p:cNvPr id="5" name="Slide Number Placeholder 4"/>
          <p:cNvSpPr>
            <a:spLocks noGrp="1"/>
          </p:cNvSpPr>
          <p:nvPr>
            <p:ph type="sldNum" sz="quarter" idx="12"/>
          </p:nvPr>
        </p:nvSpPr>
        <p:spPr/>
        <p:txBody>
          <a:bodyPr/>
          <a:lstStyle>
            <a:lvl1pPr>
              <a:defRPr b="0" i="0"/>
            </a:lvl1pPr>
          </a:lstStyle>
          <a:p>
            <a:fld id="{7BCC8D0D-EAEC-449D-9161-023DFF90F2E2}" type="slidenum">
              <a:rPr lang="en-US" smtClean="0"/>
              <a:pPr/>
              <a:t>‹#›</a:t>
            </a:fld>
            <a:endParaRPr lang="en-US" dirty="0"/>
          </a:p>
        </p:txBody>
      </p:sp>
      <p:sp>
        <p:nvSpPr>
          <p:cNvPr id="9" name="Text Placeholder 8"/>
          <p:cNvSpPr>
            <a:spLocks noGrp="1"/>
          </p:cNvSpPr>
          <p:nvPr>
            <p:ph type="body" sz="quarter" idx="13" hasCustomPrompt="1"/>
          </p:nvPr>
        </p:nvSpPr>
        <p:spPr>
          <a:xfrm>
            <a:off x="437601" y="1431236"/>
            <a:ext cx="8229323" cy="2107096"/>
          </a:xfrm>
          <a:prstGeom prst="rect">
            <a:avLst/>
          </a:prstGeom>
        </p:spPr>
        <p:txBody>
          <a:bodyPr anchor="ctr" anchorCtr="0">
            <a:normAutofit/>
          </a:bodyPr>
          <a:lstStyle>
            <a:lvl1pPr marL="0" indent="0">
              <a:lnSpc>
                <a:spcPct val="100000"/>
              </a:lnSpc>
              <a:buNone/>
              <a:defRPr sz="2800" b="0" i="0" baseline="0">
                <a:latin typeface="Arial" panose="020B0604020202020204" pitchFamily="34" charset="0"/>
                <a:ea typeface="Helvetica Neue" panose="02000503000000020004" pitchFamily="2" charset="0"/>
                <a:cs typeface="Arial" panose="020B0604020202020204" pitchFamily="34" charset="0"/>
              </a:defRPr>
            </a:lvl1pPr>
            <a:lvl2pPr marL="230181" indent="0">
              <a:buNone/>
              <a:defRPr>
                <a:latin typeface="+mn-lt"/>
              </a:defRPr>
            </a:lvl2pPr>
            <a:lvl3pPr marL="515924" indent="0">
              <a:buNone/>
              <a:defRPr>
                <a:latin typeface="+mn-lt"/>
              </a:defRPr>
            </a:lvl3pPr>
            <a:lvl4pPr marL="800080" indent="0">
              <a:buNone/>
              <a:defRPr>
                <a:latin typeface="+mn-lt"/>
              </a:defRPr>
            </a:lvl4pPr>
            <a:lvl5pPr marL="1085823" indent="0">
              <a:buNone/>
              <a:defRPr>
                <a:latin typeface="+mn-lt"/>
              </a:defRPr>
            </a:lvl5pPr>
          </a:lstStyle>
          <a:p>
            <a:pPr lvl="0"/>
            <a:r>
              <a:rPr lang="en-US" dirty="0"/>
              <a:t>This page is an option should you wish to utilize a quote as a stand-alone slide within your presentation. The rest is </a:t>
            </a:r>
            <a:r>
              <a:rPr lang="en-US" dirty="0" err="1"/>
              <a:t>lorem</a:t>
            </a:r>
            <a:r>
              <a:rPr lang="en-US" dirty="0"/>
              <a:t> </a:t>
            </a:r>
            <a:r>
              <a:rPr lang="en-US" dirty="0" err="1"/>
              <a:t>ipsum</a:t>
            </a:r>
            <a:r>
              <a:rPr lang="en-US" dirty="0"/>
              <a:t>. </a:t>
            </a:r>
            <a:r>
              <a:rPr lang="en-US" dirty="0" err="1"/>
              <a:t>Ut</a:t>
            </a:r>
            <a:r>
              <a:rPr lang="en-US" dirty="0"/>
              <a:t> </a:t>
            </a:r>
            <a:r>
              <a:rPr lang="en-US" dirty="0" err="1"/>
              <a:t>enim</a:t>
            </a:r>
            <a:r>
              <a:rPr lang="en-US" dirty="0"/>
              <a:t> ad minim </a:t>
            </a:r>
            <a:r>
              <a:rPr lang="en-US" dirty="0" err="1"/>
              <a:t>quis</a:t>
            </a:r>
            <a:r>
              <a:rPr lang="en-US" dirty="0"/>
              <a:t> </a:t>
            </a:r>
            <a:r>
              <a:rPr lang="en-US" dirty="0" err="1"/>
              <a:t>nostrud</a:t>
            </a:r>
            <a:r>
              <a:rPr lang="en-US" dirty="0"/>
              <a:t>.</a:t>
            </a:r>
          </a:p>
        </p:txBody>
      </p:sp>
      <p:sp>
        <p:nvSpPr>
          <p:cNvPr id="13" name="Rectangle 12"/>
          <p:cNvSpPr/>
          <p:nvPr userDrawn="1"/>
        </p:nvSpPr>
        <p:spPr bwMode="auto">
          <a:xfrm>
            <a:off x="496956" y="2"/>
            <a:ext cx="1073426" cy="1182754"/>
          </a:xfrm>
          <a:prstGeom prst="rect">
            <a:avLst/>
          </a:prstGeom>
          <a:solidFill>
            <a:schemeClr val="accent2"/>
          </a:solidFill>
          <a:ln w="19050" algn="ctr">
            <a:noFill/>
            <a:miter lim="800000"/>
            <a:headEnd/>
            <a:tailEnd/>
          </a:ln>
        </p:spPr>
        <p:txBody>
          <a:bodyPr wrap="none" rtlCol="0" anchor="ctr"/>
          <a:lstStyle/>
          <a:p>
            <a:pPr algn="ctr">
              <a:lnSpc>
                <a:spcPct val="90000"/>
              </a:lnSpc>
            </a:pPr>
            <a:endParaRPr lang="en-US" sz="1600" b="0" i="0" dirty="0" err="1">
              <a:solidFill>
                <a:srgbClr val="90BD31"/>
              </a:solidFill>
              <a:latin typeface="Arial" panose="020B0604020202020204" pitchFamily="34" charset="0"/>
            </a:endParaRPr>
          </a:p>
        </p:txBody>
      </p:sp>
      <p:sp>
        <p:nvSpPr>
          <p:cNvPr id="12" name="TextBox 11"/>
          <p:cNvSpPr txBox="1"/>
          <p:nvPr userDrawn="1"/>
        </p:nvSpPr>
        <p:spPr bwMode="auto">
          <a:xfrm>
            <a:off x="434629" y="0"/>
            <a:ext cx="1192695" cy="2123658"/>
          </a:xfrm>
          <a:prstGeom prst="rect">
            <a:avLst/>
          </a:prstGeom>
          <a:noFill/>
          <a:ln w="19050" algn="ctr">
            <a:noFill/>
            <a:miter lim="800000"/>
            <a:headEnd/>
            <a:tailEnd/>
          </a:ln>
        </p:spPr>
        <p:txBody>
          <a:bodyPr wrap="square" lIns="0" tIns="0" rIns="0" bIns="0" rtlCol="0" anchor="ctr">
            <a:spAutoFit/>
          </a:bodyPr>
          <a:lstStyle/>
          <a:p>
            <a:pPr algn="ctr"/>
            <a:r>
              <a:rPr lang="en-US" sz="13800" b="0" i="0" dirty="0">
                <a:solidFill>
                  <a:schemeClr val="bg2"/>
                </a:solidFill>
                <a:latin typeface="Arial" panose="020B0604020202020204" pitchFamily="34" charset="0"/>
              </a:rPr>
              <a:t>“</a:t>
            </a:r>
          </a:p>
        </p:txBody>
      </p:sp>
      <p:sp>
        <p:nvSpPr>
          <p:cNvPr id="10" name="Text Placeholder 13"/>
          <p:cNvSpPr>
            <a:spLocks noGrp="1"/>
          </p:cNvSpPr>
          <p:nvPr>
            <p:ph type="body" sz="quarter" idx="14" hasCustomPrompt="1"/>
          </p:nvPr>
        </p:nvSpPr>
        <p:spPr>
          <a:xfrm>
            <a:off x="447674" y="3696829"/>
            <a:ext cx="6513958" cy="430429"/>
          </a:xfrm>
          <a:prstGeom prst="rect">
            <a:avLst/>
          </a:prstGeom>
        </p:spPr>
        <p:txBody>
          <a:bodyPr>
            <a:normAutofit/>
          </a:bodyPr>
          <a:lstStyle>
            <a:lvl1pPr marL="0" indent="0">
              <a:lnSpc>
                <a:spcPct val="100000"/>
              </a:lnSpc>
              <a:buNone/>
              <a:defRPr sz="1800" b="0" i="0">
                <a:solidFill>
                  <a:schemeClr val="accent2"/>
                </a:solidFill>
                <a:latin typeface="Arial" panose="020B0604020202020204" pitchFamily="34" charset="0"/>
              </a:defRPr>
            </a:lvl1pPr>
          </a:lstStyle>
          <a:p>
            <a:pPr lvl="0"/>
            <a:r>
              <a:rPr lang="en-US" dirty="0"/>
              <a:t>Author’s Name</a:t>
            </a:r>
          </a:p>
        </p:txBody>
      </p:sp>
      <p:sp>
        <p:nvSpPr>
          <p:cNvPr id="11" name="Text Placeholder 13"/>
          <p:cNvSpPr>
            <a:spLocks noGrp="1"/>
          </p:cNvSpPr>
          <p:nvPr>
            <p:ph type="body" sz="quarter" idx="15" hasCustomPrompt="1"/>
          </p:nvPr>
        </p:nvSpPr>
        <p:spPr>
          <a:xfrm>
            <a:off x="447674" y="3980953"/>
            <a:ext cx="6513958" cy="440937"/>
          </a:xfrm>
          <a:prstGeom prst="rect">
            <a:avLst/>
          </a:prstGeom>
        </p:spPr>
        <p:txBody>
          <a:bodyPr>
            <a:normAutofit/>
          </a:bodyPr>
          <a:lstStyle>
            <a:lvl1pPr marL="0" indent="0">
              <a:lnSpc>
                <a:spcPts val="2000"/>
              </a:lnSpc>
              <a:buNone/>
              <a:defRPr sz="1800" b="0" i="0" baseline="0">
                <a:solidFill>
                  <a:schemeClr val="accent2"/>
                </a:solidFill>
                <a:latin typeface="Arial" panose="020B0604020202020204" pitchFamily="34" charset="0"/>
              </a:defRPr>
            </a:lvl1pPr>
          </a:lstStyle>
          <a:p>
            <a:pPr lvl="0"/>
            <a:r>
              <a:rPr lang="en-US" dirty="0"/>
              <a:t>Position Title</a:t>
            </a:r>
          </a:p>
        </p:txBody>
      </p:sp>
    </p:spTree>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Quote Slide – Green">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lvl1pPr>
              <a:defRPr b="0" i="0"/>
            </a:lvl1pPr>
          </a:lstStyle>
          <a:p>
            <a:r>
              <a:rPr lang="en-US"/>
              <a:t>Presentation Title</a:t>
            </a:r>
            <a:endParaRPr lang="en-US" dirty="0"/>
          </a:p>
        </p:txBody>
      </p:sp>
      <p:sp>
        <p:nvSpPr>
          <p:cNvPr id="5" name="Slide Number Placeholder 4"/>
          <p:cNvSpPr>
            <a:spLocks noGrp="1"/>
          </p:cNvSpPr>
          <p:nvPr>
            <p:ph type="sldNum" sz="quarter" idx="12"/>
          </p:nvPr>
        </p:nvSpPr>
        <p:spPr/>
        <p:txBody>
          <a:bodyPr/>
          <a:lstStyle>
            <a:lvl1pPr>
              <a:defRPr b="0" i="0"/>
            </a:lvl1pPr>
          </a:lstStyle>
          <a:p>
            <a:fld id="{7BCC8D0D-EAEC-449D-9161-023DFF90F2E2}" type="slidenum">
              <a:rPr lang="en-US" smtClean="0"/>
              <a:pPr/>
              <a:t>‹#›</a:t>
            </a:fld>
            <a:endParaRPr lang="en-US" dirty="0"/>
          </a:p>
        </p:txBody>
      </p:sp>
      <p:sp>
        <p:nvSpPr>
          <p:cNvPr id="9" name="Text Placeholder 8"/>
          <p:cNvSpPr>
            <a:spLocks noGrp="1"/>
          </p:cNvSpPr>
          <p:nvPr>
            <p:ph type="body" sz="quarter" idx="13" hasCustomPrompt="1"/>
          </p:nvPr>
        </p:nvSpPr>
        <p:spPr>
          <a:xfrm>
            <a:off x="437601" y="1431236"/>
            <a:ext cx="8229323" cy="2107096"/>
          </a:xfrm>
          <a:prstGeom prst="rect">
            <a:avLst/>
          </a:prstGeom>
        </p:spPr>
        <p:txBody>
          <a:bodyPr anchor="ctr" anchorCtr="0">
            <a:normAutofit/>
          </a:bodyPr>
          <a:lstStyle>
            <a:lvl1pPr marL="0" indent="0">
              <a:lnSpc>
                <a:spcPct val="100000"/>
              </a:lnSpc>
              <a:buNone/>
              <a:defRPr sz="2800" b="0" i="0" baseline="0">
                <a:latin typeface="Arial" panose="020B0604020202020204" pitchFamily="34" charset="0"/>
                <a:ea typeface="Helvetica Neue" panose="02000503000000020004" pitchFamily="2" charset="0"/>
                <a:cs typeface="Arial" panose="020B0604020202020204" pitchFamily="34" charset="0"/>
              </a:defRPr>
            </a:lvl1pPr>
            <a:lvl2pPr marL="230181" indent="0">
              <a:buNone/>
              <a:defRPr>
                <a:latin typeface="+mn-lt"/>
              </a:defRPr>
            </a:lvl2pPr>
            <a:lvl3pPr marL="515924" indent="0">
              <a:buNone/>
              <a:defRPr>
                <a:latin typeface="+mn-lt"/>
              </a:defRPr>
            </a:lvl3pPr>
            <a:lvl4pPr marL="800080" indent="0">
              <a:buNone/>
              <a:defRPr>
                <a:latin typeface="+mn-lt"/>
              </a:defRPr>
            </a:lvl4pPr>
            <a:lvl5pPr marL="1085823" indent="0">
              <a:buNone/>
              <a:defRPr>
                <a:latin typeface="+mn-lt"/>
              </a:defRPr>
            </a:lvl5pPr>
          </a:lstStyle>
          <a:p>
            <a:pPr lvl="0"/>
            <a:r>
              <a:rPr lang="en-US" dirty="0"/>
              <a:t>This page is an option should you wish to utilize a quote as a stand-alone slide within your presentation. The rest is </a:t>
            </a:r>
            <a:r>
              <a:rPr lang="en-US" dirty="0" err="1"/>
              <a:t>lorem</a:t>
            </a:r>
            <a:r>
              <a:rPr lang="en-US" dirty="0"/>
              <a:t> </a:t>
            </a:r>
            <a:r>
              <a:rPr lang="en-US" dirty="0" err="1"/>
              <a:t>ipsum</a:t>
            </a:r>
            <a:r>
              <a:rPr lang="en-US" dirty="0"/>
              <a:t>. </a:t>
            </a:r>
            <a:r>
              <a:rPr lang="en-US" dirty="0" err="1"/>
              <a:t>Ut</a:t>
            </a:r>
            <a:r>
              <a:rPr lang="en-US" dirty="0"/>
              <a:t> </a:t>
            </a:r>
            <a:r>
              <a:rPr lang="en-US" dirty="0" err="1"/>
              <a:t>enim</a:t>
            </a:r>
            <a:r>
              <a:rPr lang="en-US" dirty="0"/>
              <a:t> ad minim </a:t>
            </a:r>
            <a:r>
              <a:rPr lang="en-US" dirty="0" err="1"/>
              <a:t>quis</a:t>
            </a:r>
            <a:r>
              <a:rPr lang="en-US" dirty="0"/>
              <a:t> </a:t>
            </a:r>
            <a:r>
              <a:rPr lang="en-US" dirty="0" err="1"/>
              <a:t>nostrud</a:t>
            </a:r>
            <a:r>
              <a:rPr lang="en-US" dirty="0"/>
              <a:t>.</a:t>
            </a:r>
          </a:p>
        </p:txBody>
      </p:sp>
      <p:sp>
        <p:nvSpPr>
          <p:cNvPr id="13" name="Rectangle 12"/>
          <p:cNvSpPr/>
          <p:nvPr userDrawn="1"/>
        </p:nvSpPr>
        <p:spPr bwMode="auto">
          <a:xfrm>
            <a:off x="496956" y="2"/>
            <a:ext cx="1073426" cy="1182754"/>
          </a:xfrm>
          <a:prstGeom prst="rect">
            <a:avLst/>
          </a:prstGeom>
          <a:solidFill>
            <a:schemeClr val="accent3"/>
          </a:solidFill>
          <a:ln w="19050" algn="ctr">
            <a:noFill/>
            <a:miter lim="800000"/>
            <a:headEnd/>
            <a:tailEnd/>
          </a:ln>
        </p:spPr>
        <p:txBody>
          <a:bodyPr wrap="none" rtlCol="0" anchor="ctr"/>
          <a:lstStyle/>
          <a:p>
            <a:pPr algn="ctr">
              <a:lnSpc>
                <a:spcPct val="90000"/>
              </a:lnSpc>
            </a:pPr>
            <a:endParaRPr lang="en-US" sz="1600" b="0" i="0" dirty="0" err="1">
              <a:solidFill>
                <a:srgbClr val="90BD31"/>
              </a:solidFill>
              <a:latin typeface="Arial" panose="020B0604020202020204" pitchFamily="34" charset="0"/>
            </a:endParaRPr>
          </a:p>
        </p:txBody>
      </p:sp>
      <p:sp>
        <p:nvSpPr>
          <p:cNvPr id="12" name="TextBox 11"/>
          <p:cNvSpPr txBox="1"/>
          <p:nvPr userDrawn="1"/>
        </p:nvSpPr>
        <p:spPr bwMode="auto">
          <a:xfrm>
            <a:off x="434629" y="0"/>
            <a:ext cx="1192695" cy="2123658"/>
          </a:xfrm>
          <a:prstGeom prst="rect">
            <a:avLst/>
          </a:prstGeom>
          <a:noFill/>
          <a:ln w="19050" algn="ctr">
            <a:noFill/>
            <a:miter lim="800000"/>
            <a:headEnd/>
            <a:tailEnd/>
          </a:ln>
        </p:spPr>
        <p:txBody>
          <a:bodyPr wrap="square" lIns="0" tIns="0" rIns="0" bIns="0" rtlCol="0" anchor="ctr">
            <a:spAutoFit/>
          </a:bodyPr>
          <a:lstStyle/>
          <a:p>
            <a:pPr algn="ctr"/>
            <a:r>
              <a:rPr lang="en-US" sz="13800" b="0" i="0" dirty="0">
                <a:solidFill>
                  <a:schemeClr val="bg2"/>
                </a:solidFill>
                <a:latin typeface="Arial" panose="020B0604020202020204" pitchFamily="34" charset="0"/>
              </a:rPr>
              <a:t>“</a:t>
            </a:r>
          </a:p>
        </p:txBody>
      </p:sp>
      <p:sp>
        <p:nvSpPr>
          <p:cNvPr id="10" name="Text Placeholder 13"/>
          <p:cNvSpPr>
            <a:spLocks noGrp="1"/>
          </p:cNvSpPr>
          <p:nvPr>
            <p:ph type="body" sz="quarter" idx="14" hasCustomPrompt="1"/>
          </p:nvPr>
        </p:nvSpPr>
        <p:spPr>
          <a:xfrm>
            <a:off x="447674" y="3696829"/>
            <a:ext cx="6513958" cy="430429"/>
          </a:xfrm>
          <a:prstGeom prst="rect">
            <a:avLst/>
          </a:prstGeom>
        </p:spPr>
        <p:txBody>
          <a:bodyPr>
            <a:normAutofit/>
          </a:bodyPr>
          <a:lstStyle>
            <a:lvl1pPr marL="0" indent="0">
              <a:lnSpc>
                <a:spcPct val="100000"/>
              </a:lnSpc>
              <a:buNone/>
              <a:defRPr sz="1800" b="0" i="0">
                <a:solidFill>
                  <a:schemeClr val="accent3"/>
                </a:solidFill>
                <a:latin typeface="Arial" panose="020B0604020202020204" pitchFamily="34" charset="0"/>
              </a:defRPr>
            </a:lvl1pPr>
          </a:lstStyle>
          <a:p>
            <a:pPr lvl="0"/>
            <a:r>
              <a:rPr lang="en-US" dirty="0"/>
              <a:t>Author’s Name</a:t>
            </a:r>
          </a:p>
        </p:txBody>
      </p:sp>
      <p:sp>
        <p:nvSpPr>
          <p:cNvPr id="11" name="Text Placeholder 13"/>
          <p:cNvSpPr>
            <a:spLocks noGrp="1"/>
          </p:cNvSpPr>
          <p:nvPr>
            <p:ph type="body" sz="quarter" idx="15" hasCustomPrompt="1"/>
          </p:nvPr>
        </p:nvSpPr>
        <p:spPr>
          <a:xfrm>
            <a:off x="447674" y="3980953"/>
            <a:ext cx="6513958" cy="440937"/>
          </a:xfrm>
          <a:prstGeom prst="rect">
            <a:avLst/>
          </a:prstGeom>
        </p:spPr>
        <p:txBody>
          <a:bodyPr>
            <a:normAutofit/>
          </a:bodyPr>
          <a:lstStyle>
            <a:lvl1pPr marL="0" indent="0">
              <a:lnSpc>
                <a:spcPts val="2000"/>
              </a:lnSpc>
              <a:buNone/>
              <a:defRPr sz="1800" b="0" i="0" baseline="0">
                <a:solidFill>
                  <a:schemeClr val="accent3"/>
                </a:solidFill>
                <a:latin typeface="Arial" panose="020B0604020202020204" pitchFamily="34" charset="0"/>
              </a:defRPr>
            </a:lvl1pPr>
          </a:lstStyle>
          <a:p>
            <a:pPr lvl="0"/>
            <a:r>
              <a:rPr lang="en-US" dirty="0"/>
              <a:t>Position Title</a:t>
            </a:r>
          </a:p>
        </p:txBody>
      </p:sp>
    </p:spTree>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Section Header – Blue">
    <p:spTree>
      <p:nvGrpSpPr>
        <p:cNvPr id="1" name=""/>
        <p:cNvGrpSpPr/>
        <p:nvPr/>
      </p:nvGrpSpPr>
      <p:grpSpPr>
        <a:xfrm>
          <a:off x="0" y="0"/>
          <a:ext cx="0" cy="0"/>
          <a:chOff x="0" y="0"/>
          <a:chExt cx="0" cy="0"/>
        </a:xfrm>
      </p:grpSpPr>
      <p:sp>
        <p:nvSpPr>
          <p:cNvPr id="14" name="Rectangle 13"/>
          <p:cNvSpPr/>
          <p:nvPr userDrawn="1"/>
        </p:nvSpPr>
        <p:spPr bwMode="auto">
          <a:xfrm>
            <a:off x="2" y="1772719"/>
            <a:ext cx="7051729" cy="1411357"/>
          </a:xfrm>
          <a:prstGeom prst="rect">
            <a:avLst/>
          </a:prstGeom>
          <a:solidFill>
            <a:schemeClr val="accent1"/>
          </a:solidFill>
          <a:ln w="19050" algn="ctr">
            <a:noFill/>
            <a:miter lim="800000"/>
            <a:headEnd/>
            <a:tailEnd/>
          </a:ln>
        </p:spPr>
        <p:txBody>
          <a:bodyPr wrap="none" rtlCol="0" anchor="ctr"/>
          <a:lstStyle/>
          <a:p>
            <a:pPr algn="ctr">
              <a:lnSpc>
                <a:spcPct val="90000"/>
              </a:lnSpc>
            </a:pPr>
            <a:endParaRPr lang="en-US" sz="1600" b="0" i="0" dirty="0" err="1">
              <a:solidFill>
                <a:schemeClr val="bg1"/>
              </a:solidFill>
              <a:latin typeface="Arial" panose="020B0604020202020204" pitchFamily="34" charset="0"/>
            </a:endParaRPr>
          </a:p>
        </p:txBody>
      </p:sp>
      <p:sp>
        <p:nvSpPr>
          <p:cNvPr id="4" name="Footer Placeholder 3"/>
          <p:cNvSpPr>
            <a:spLocks noGrp="1"/>
          </p:cNvSpPr>
          <p:nvPr>
            <p:ph type="ftr" sz="quarter" idx="11"/>
          </p:nvPr>
        </p:nvSpPr>
        <p:spPr/>
        <p:txBody>
          <a:bodyPr/>
          <a:lstStyle>
            <a:lvl1pPr>
              <a:defRPr b="0" i="0"/>
            </a:lvl1pPr>
          </a:lstStyle>
          <a:p>
            <a:r>
              <a:rPr lang="en-US"/>
              <a:t>Presentation Title</a:t>
            </a:r>
            <a:endParaRPr lang="en-US" dirty="0"/>
          </a:p>
        </p:txBody>
      </p:sp>
      <p:sp>
        <p:nvSpPr>
          <p:cNvPr id="5" name="Slide Number Placeholder 4"/>
          <p:cNvSpPr>
            <a:spLocks noGrp="1"/>
          </p:cNvSpPr>
          <p:nvPr>
            <p:ph type="sldNum" sz="quarter" idx="12"/>
          </p:nvPr>
        </p:nvSpPr>
        <p:spPr/>
        <p:txBody>
          <a:bodyPr/>
          <a:lstStyle>
            <a:lvl1pPr>
              <a:defRPr b="0" i="0"/>
            </a:lvl1pPr>
          </a:lstStyle>
          <a:p>
            <a:fld id="{7BCC8D0D-EAEC-449D-9161-023DFF90F2E2}" type="slidenum">
              <a:rPr lang="en-US" smtClean="0"/>
              <a:pPr/>
              <a:t>‹#›</a:t>
            </a:fld>
            <a:endParaRPr lang="en-US" dirty="0"/>
          </a:p>
        </p:txBody>
      </p:sp>
      <p:sp>
        <p:nvSpPr>
          <p:cNvPr id="15" name="Title 15"/>
          <p:cNvSpPr>
            <a:spLocks noGrp="1"/>
          </p:cNvSpPr>
          <p:nvPr>
            <p:ph type="title" hasCustomPrompt="1"/>
          </p:nvPr>
        </p:nvSpPr>
        <p:spPr>
          <a:xfrm>
            <a:off x="453585" y="1919440"/>
            <a:ext cx="6435412" cy="1107896"/>
          </a:xfrm>
          <a:prstGeom prst="rect">
            <a:avLst/>
          </a:prstGeom>
        </p:spPr>
        <p:txBody>
          <a:bodyPr anchor="ctr">
            <a:noAutofit/>
          </a:bodyPr>
          <a:lstStyle>
            <a:lvl1pPr>
              <a:defRPr sz="3600" b="0" i="0" baseline="0">
                <a:solidFill>
                  <a:schemeClr val="bg1"/>
                </a:solidFill>
                <a:latin typeface="Garamond" panose="02020404030301010803" pitchFamily="18" charset="0"/>
                <a:ea typeface="Helvetica Neue" panose="02000503000000020004" pitchFamily="2" charset="0"/>
                <a:cs typeface="Arial" panose="020B0604020202020204" pitchFamily="34" charset="0"/>
              </a:defRPr>
            </a:lvl1pPr>
          </a:lstStyle>
          <a:p>
            <a:r>
              <a:rPr lang="en-US" dirty="0"/>
              <a:t>Section Header Here</a:t>
            </a:r>
          </a:p>
        </p:txBody>
      </p:sp>
      <p:cxnSp>
        <p:nvCxnSpPr>
          <p:cNvPr id="7" name="Straight Connector 6">
            <a:extLst>
              <a:ext uri="{FF2B5EF4-FFF2-40B4-BE49-F238E27FC236}">
                <a16:creationId xmlns:a16="http://schemas.microsoft.com/office/drawing/2014/main" id="{62CCB472-92BE-5E48-80A6-FC260AA96B83}"/>
              </a:ext>
            </a:extLst>
          </p:cNvPr>
          <p:cNvCxnSpPr/>
          <p:nvPr userDrawn="1"/>
        </p:nvCxnSpPr>
        <p:spPr>
          <a:xfrm>
            <a:off x="277813" y="4687560"/>
            <a:ext cx="8595360" cy="0"/>
          </a:xfrm>
          <a:prstGeom prst="line">
            <a:avLst/>
          </a:prstGeom>
          <a:noFill/>
          <a:ln w="3175" cap="flat">
            <a:solidFill>
              <a:schemeClr val="tx1"/>
            </a:solidFill>
            <a:prstDash val="solid"/>
            <a:miter lim="800000"/>
            <a:headEnd/>
            <a:tailEnd/>
          </a:ln>
          <a:extLst>
            <a:ext uri="{909E8E84-426E-40DD-AFC4-6F175D3DCCD1}">
              <a14:hiddenFill xmlns:a14="http://schemas.microsoft.com/office/drawing/2010/main">
                <a:noFill/>
              </a14:hiddenFill>
            </a:ext>
          </a:extLst>
        </p:spPr>
      </p:cxnSp>
      <p:sp>
        <p:nvSpPr>
          <p:cNvPr id="8" name="Freeform 77">
            <a:extLst>
              <a:ext uri="{FF2B5EF4-FFF2-40B4-BE49-F238E27FC236}">
                <a16:creationId xmlns:a16="http://schemas.microsoft.com/office/drawing/2014/main" id="{4ABB29B8-DCAF-7B40-9E52-219D904D83D6}"/>
              </a:ext>
            </a:extLst>
          </p:cNvPr>
          <p:cNvSpPr>
            <a:spLocks/>
          </p:cNvSpPr>
          <p:nvPr userDrawn="1"/>
        </p:nvSpPr>
        <p:spPr bwMode="auto">
          <a:xfrm>
            <a:off x="8393113" y="4800601"/>
            <a:ext cx="481012" cy="231074"/>
          </a:xfrm>
          <a:custGeom>
            <a:avLst/>
            <a:gdLst>
              <a:gd name="T0" fmla="*/ 350 w 350"/>
              <a:gd name="T1" fmla="*/ 52 h 168"/>
              <a:gd name="T2" fmla="*/ 270 w 350"/>
              <a:gd name="T3" fmla="*/ 130 h 168"/>
              <a:gd name="T4" fmla="*/ 240 w 350"/>
              <a:gd name="T5" fmla="*/ 100 h 168"/>
              <a:gd name="T6" fmla="*/ 205 w 350"/>
              <a:gd name="T7" fmla="*/ 91 h 168"/>
              <a:gd name="T8" fmla="*/ 201 w 350"/>
              <a:gd name="T9" fmla="*/ 86 h 168"/>
              <a:gd name="T10" fmla="*/ 200 w 350"/>
              <a:gd name="T11" fmla="*/ 82 h 168"/>
              <a:gd name="T12" fmla="*/ 203 w 350"/>
              <a:gd name="T13" fmla="*/ 73 h 168"/>
              <a:gd name="T14" fmla="*/ 203 w 350"/>
              <a:gd name="T15" fmla="*/ 73 h 168"/>
              <a:gd name="T16" fmla="*/ 205 w 350"/>
              <a:gd name="T17" fmla="*/ 72 h 168"/>
              <a:gd name="T18" fmla="*/ 234 w 350"/>
              <a:gd name="T19" fmla="*/ 71 h 168"/>
              <a:gd name="T20" fmla="*/ 266 w 350"/>
              <a:gd name="T21" fmla="*/ 85 h 168"/>
              <a:gd name="T22" fmla="*/ 222 w 350"/>
              <a:gd name="T23" fmla="*/ 48 h 168"/>
              <a:gd name="T24" fmla="*/ 179 w 350"/>
              <a:gd name="T25" fmla="*/ 73 h 168"/>
              <a:gd name="T26" fmla="*/ 178 w 350"/>
              <a:gd name="T27" fmla="*/ 76 h 168"/>
              <a:gd name="T28" fmla="*/ 122 w 350"/>
              <a:gd name="T29" fmla="*/ 60 h 168"/>
              <a:gd name="T30" fmla="*/ 178 w 350"/>
              <a:gd name="T31" fmla="*/ 41 h 168"/>
              <a:gd name="T32" fmla="*/ 153 w 350"/>
              <a:gd name="T33" fmla="*/ 0 h 168"/>
              <a:gd name="T34" fmla="*/ 97 w 350"/>
              <a:gd name="T35" fmla="*/ 2 h 168"/>
              <a:gd name="T36" fmla="*/ 72 w 350"/>
              <a:gd name="T37" fmla="*/ 73 h 168"/>
              <a:gd name="T38" fmla="*/ 25 w 350"/>
              <a:gd name="T39" fmla="*/ 73 h 168"/>
              <a:gd name="T40" fmla="*/ 0 w 350"/>
              <a:gd name="T41" fmla="*/ 2 h 168"/>
              <a:gd name="T42" fmla="*/ 48 w 350"/>
              <a:gd name="T43" fmla="*/ 119 h 168"/>
              <a:gd name="T44" fmla="*/ 97 w 350"/>
              <a:gd name="T45" fmla="*/ 64 h 168"/>
              <a:gd name="T46" fmla="*/ 187 w 350"/>
              <a:gd name="T47" fmla="*/ 107 h 168"/>
              <a:gd name="T48" fmla="*/ 214 w 350"/>
              <a:gd name="T49" fmla="*/ 117 h 168"/>
              <a:gd name="T50" fmla="*/ 242 w 350"/>
              <a:gd name="T51" fmla="*/ 125 h 168"/>
              <a:gd name="T52" fmla="*/ 237 w 350"/>
              <a:gd name="T53" fmla="*/ 147 h 168"/>
              <a:gd name="T54" fmla="*/ 203 w 350"/>
              <a:gd name="T55" fmla="*/ 141 h 168"/>
              <a:gd name="T56" fmla="*/ 176 w 350"/>
              <a:gd name="T57" fmla="*/ 130 h 168"/>
              <a:gd name="T58" fmla="*/ 224 w 350"/>
              <a:gd name="T59" fmla="*/ 168 h 168"/>
              <a:gd name="T60" fmla="*/ 270 w 350"/>
              <a:gd name="T61" fmla="*/ 134 h 168"/>
              <a:gd name="T62" fmla="*/ 295 w 350"/>
              <a:gd name="T63" fmla="*/ 166 h 168"/>
              <a:gd name="T64" fmla="*/ 343 w 350"/>
              <a:gd name="T65" fmla="*/ 119 h 168"/>
              <a:gd name="T66" fmla="*/ 295 w 350"/>
              <a:gd name="T67" fmla="*/ 99 h 168"/>
              <a:gd name="T68" fmla="*/ 350 w 350"/>
              <a:gd name="T69" fmla="*/ 73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50" h="168">
                <a:moveTo>
                  <a:pt x="350" y="73"/>
                </a:moveTo>
                <a:cubicBezTo>
                  <a:pt x="350" y="52"/>
                  <a:pt x="350" y="52"/>
                  <a:pt x="350" y="52"/>
                </a:cubicBezTo>
                <a:cubicBezTo>
                  <a:pt x="270" y="52"/>
                  <a:pt x="270" y="52"/>
                  <a:pt x="270" y="52"/>
                </a:cubicBezTo>
                <a:cubicBezTo>
                  <a:pt x="270" y="130"/>
                  <a:pt x="270" y="130"/>
                  <a:pt x="270" y="130"/>
                </a:cubicBezTo>
                <a:cubicBezTo>
                  <a:pt x="269" y="121"/>
                  <a:pt x="266" y="114"/>
                  <a:pt x="260" y="109"/>
                </a:cubicBezTo>
                <a:cubicBezTo>
                  <a:pt x="255" y="105"/>
                  <a:pt x="249" y="102"/>
                  <a:pt x="240" y="100"/>
                </a:cubicBezTo>
                <a:cubicBezTo>
                  <a:pt x="220" y="96"/>
                  <a:pt x="220" y="96"/>
                  <a:pt x="220" y="96"/>
                </a:cubicBezTo>
                <a:cubicBezTo>
                  <a:pt x="213" y="94"/>
                  <a:pt x="208" y="92"/>
                  <a:pt x="205" y="91"/>
                </a:cubicBezTo>
                <a:cubicBezTo>
                  <a:pt x="203" y="90"/>
                  <a:pt x="201" y="88"/>
                  <a:pt x="201" y="86"/>
                </a:cubicBezTo>
                <a:cubicBezTo>
                  <a:pt x="201" y="86"/>
                  <a:pt x="201" y="86"/>
                  <a:pt x="201" y="86"/>
                </a:cubicBezTo>
                <a:cubicBezTo>
                  <a:pt x="201" y="86"/>
                  <a:pt x="201" y="86"/>
                  <a:pt x="201" y="86"/>
                </a:cubicBezTo>
                <a:cubicBezTo>
                  <a:pt x="200" y="85"/>
                  <a:pt x="200" y="83"/>
                  <a:pt x="200" y="82"/>
                </a:cubicBezTo>
                <a:cubicBezTo>
                  <a:pt x="200" y="78"/>
                  <a:pt x="201" y="75"/>
                  <a:pt x="203" y="73"/>
                </a:cubicBezTo>
                <a:cubicBezTo>
                  <a:pt x="203" y="73"/>
                  <a:pt x="203" y="73"/>
                  <a:pt x="203" y="73"/>
                </a:cubicBezTo>
                <a:cubicBezTo>
                  <a:pt x="203" y="73"/>
                  <a:pt x="203" y="73"/>
                  <a:pt x="203" y="73"/>
                </a:cubicBezTo>
                <a:cubicBezTo>
                  <a:pt x="203" y="73"/>
                  <a:pt x="203" y="73"/>
                  <a:pt x="203" y="73"/>
                </a:cubicBezTo>
                <a:cubicBezTo>
                  <a:pt x="203" y="73"/>
                  <a:pt x="203" y="73"/>
                  <a:pt x="203" y="73"/>
                </a:cubicBezTo>
                <a:cubicBezTo>
                  <a:pt x="204" y="72"/>
                  <a:pt x="205" y="72"/>
                  <a:pt x="205" y="72"/>
                </a:cubicBezTo>
                <a:cubicBezTo>
                  <a:pt x="209" y="69"/>
                  <a:pt x="214" y="68"/>
                  <a:pt x="220" y="68"/>
                </a:cubicBezTo>
                <a:cubicBezTo>
                  <a:pt x="226" y="68"/>
                  <a:pt x="231" y="69"/>
                  <a:pt x="234" y="71"/>
                </a:cubicBezTo>
                <a:cubicBezTo>
                  <a:pt x="240" y="74"/>
                  <a:pt x="243" y="78"/>
                  <a:pt x="243" y="85"/>
                </a:cubicBezTo>
                <a:cubicBezTo>
                  <a:pt x="266" y="85"/>
                  <a:pt x="266" y="85"/>
                  <a:pt x="266" y="85"/>
                </a:cubicBezTo>
                <a:cubicBezTo>
                  <a:pt x="266" y="73"/>
                  <a:pt x="261" y="64"/>
                  <a:pt x="253" y="58"/>
                </a:cubicBezTo>
                <a:cubicBezTo>
                  <a:pt x="244" y="51"/>
                  <a:pt x="234" y="48"/>
                  <a:pt x="222" y="48"/>
                </a:cubicBezTo>
                <a:cubicBezTo>
                  <a:pt x="207" y="48"/>
                  <a:pt x="196" y="52"/>
                  <a:pt x="189" y="58"/>
                </a:cubicBezTo>
                <a:cubicBezTo>
                  <a:pt x="184" y="62"/>
                  <a:pt x="181" y="67"/>
                  <a:pt x="179" y="73"/>
                </a:cubicBezTo>
                <a:cubicBezTo>
                  <a:pt x="179" y="73"/>
                  <a:pt x="179" y="73"/>
                  <a:pt x="179" y="73"/>
                </a:cubicBezTo>
                <a:cubicBezTo>
                  <a:pt x="179" y="74"/>
                  <a:pt x="179" y="75"/>
                  <a:pt x="178" y="76"/>
                </a:cubicBezTo>
                <a:cubicBezTo>
                  <a:pt x="176" y="89"/>
                  <a:pt x="167" y="98"/>
                  <a:pt x="153" y="98"/>
                </a:cubicBezTo>
                <a:cubicBezTo>
                  <a:pt x="131" y="98"/>
                  <a:pt x="122" y="79"/>
                  <a:pt x="122" y="60"/>
                </a:cubicBezTo>
                <a:cubicBezTo>
                  <a:pt x="122" y="40"/>
                  <a:pt x="131" y="21"/>
                  <a:pt x="153" y="21"/>
                </a:cubicBezTo>
                <a:cubicBezTo>
                  <a:pt x="166" y="21"/>
                  <a:pt x="176" y="29"/>
                  <a:pt x="178" y="41"/>
                </a:cubicBezTo>
                <a:cubicBezTo>
                  <a:pt x="202" y="41"/>
                  <a:pt x="202" y="41"/>
                  <a:pt x="202" y="41"/>
                </a:cubicBezTo>
                <a:cubicBezTo>
                  <a:pt x="199" y="14"/>
                  <a:pt x="178" y="0"/>
                  <a:pt x="153" y="0"/>
                </a:cubicBezTo>
                <a:cubicBezTo>
                  <a:pt x="119" y="0"/>
                  <a:pt x="99" y="24"/>
                  <a:pt x="97" y="55"/>
                </a:cubicBezTo>
                <a:cubicBezTo>
                  <a:pt x="97" y="2"/>
                  <a:pt x="97" y="2"/>
                  <a:pt x="97" y="2"/>
                </a:cubicBezTo>
                <a:cubicBezTo>
                  <a:pt x="72" y="2"/>
                  <a:pt x="72" y="2"/>
                  <a:pt x="72" y="2"/>
                </a:cubicBezTo>
                <a:cubicBezTo>
                  <a:pt x="72" y="73"/>
                  <a:pt x="72" y="73"/>
                  <a:pt x="72" y="73"/>
                </a:cubicBezTo>
                <a:cubicBezTo>
                  <a:pt x="72" y="90"/>
                  <a:pt x="66" y="98"/>
                  <a:pt x="48" y="98"/>
                </a:cubicBezTo>
                <a:cubicBezTo>
                  <a:pt x="28" y="98"/>
                  <a:pt x="25" y="86"/>
                  <a:pt x="25" y="73"/>
                </a:cubicBezTo>
                <a:cubicBezTo>
                  <a:pt x="25" y="2"/>
                  <a:pt x="25" y="2"/>
                  <a:pt x="25" y="2"/>
                </a:cubicBezTo>
                <a:cubicBezTo>
                  <a:pt x="0" y="2"/>
                  <a:pt x="0" y="2"/>
                  <a:pt x="0" y="2"/>
                </a:cubicBezTo>
                <a:cubicBezTo>
                  <a:pt x="0" y="73"/>
                  <a:pt x="0" y="73"/>
                  <a:pt x="0" y="73"/>
                </a:cubicBezTo>
                <a:cubicBezTo>
                  <a:pt x="0" y="104"/>
                  <a:pt x="18" y="119"/>
                  <a:pt x="48" y="119"/>
                </a:cubicBezTo>
                <a:cubicBezTo>
                  <a:pt x="79" y="119"/>
                  <a:pt x="97" y="104"/>
                  <a:pt x="97" y="73"/>
                </a:cubicBezTo>
                <a:cubicBezTo>
                  <a:pt x="97" y="64"/>
                  <a:pt x="97" y="64"/>
                  <a:pt x="97" y="64"/>
                </a:cubicBezTo>
                <a:cubicBezTo>
                  <a:pt x="99" y="95"/>
                  <a:pt x="119" y="119"/>
                  <a:pt x="153" y="119"/>
                </a:cubicBezTo>
                <a:cubicBezTo>
                  <a:pt x="167" y="119"/>
                  <a:pt x="179" y="115"/>
                  <a:pt x="187" y="107"/>
                </a:cubicBezTo>
                <a:cubicBezTo>
                  <a:pt x="188" y="107"/>
                  <a:pt x="189" y="108"/>
                  <a:pt x="189" y="108"/>
                </a:cubicBezTo>
                <a:cubicBezTo>
                  <a:pt x="194" y="111"/>
                  <a:pt x="202" y="114"/>
                  <a:pt x="214" y="117"/>
                </a:cubicBezTo>
                <a:cubicBezTo>
                  <a:pt x="226" y="119"/>
                  <a:pt x="226" y="119"/>
                  <a:pt x="226" y="119"/>
                </a:cubicBezTo>
                <a:cubicBezTo>
                  <a:pt x="234" y="121"/>
                  <a:pt x="239" y="123"/>
                  <a:pt x="242" y="125"/>
                </a:cubicBezTo>
                <a:cubicBezTo>
                  <a:pt x="245" y="127"/>
                  <a:pt x="247" y="130"/>
                  <a:pt x="247" y="133"/>
                </a:cubicBezTo>
                <a:cubicBezTo>
                  <a:pt x="247" y="140"/>
                  <a:pt x="244" y="144"/>
                  <a:pt x="237" y="147"/>
                </a:cubicBezTo>
                <a:cubicBezTo>
                  <a:pt x="233" y="148"/>
                  <a:pt x="229" y="148"/>
                  <a:pt x="223" y="148"/>
                </a:cubicBezTo>
                <a:cubicBezTo>
                  <a:pt x="213" y="148"/>
                  <a:pt x="207" y="146"/>
                  <a:pt x="203" y="141"/>
                </a:cubicBezTo>
                <a:cubicBezTo>
                  <a:pt x="201" y="139"/>
                  <a:pt x="199" y="135"/>
                  <a:pt x="198" y="130"/>
                </a:cubicBezTo>
                <a:cubicBezTo>
                  <a:pt x="176" y="130"/>
                  <a:pt x="176" y="130"/>
                  <a:pt x="176" y="130"/>
                </a:cubicBezTo>
                <a:cubicBezTo>
                  <a:pt x="176" y="142"/>
                  <a:pt x="180" y="151"/>
                  <a:pt x="189" y="158"/>
                </a:cubicBezTo>
                <a:cubicBezTo>
                  <a:pt x="197" y="164"/>
                  <a:pt x="209" y="168"/>
                  <a:pt x="224" y="168"/>
                </a:cubicBezTo>
                <a:cubicBezTo>
                  <a:pt x="239" y="168"/>
                  <a:pt x="250" y="164"/>
                  <a:pt x="258" y="158"/>
                </a:cubicBezTo>
                <a:cubicBezTo>
                  <a:pt x="265" y="151"/>
                  <a:pt x="269" y="143"/>
                  <a:pt x="270" y="134"/>
                </a:cubicBezTo>
                <a:cubicBezTo>
                  <a:pt x="270" y="166"/>
                  <a:pt x="270" y="166"/>
                  <a:pt x="270" y="166"/>
                </a:cubicBezTo>
                <a:cubicBezTo>
                  <a:pt x="295" y="166"/>
                  <a:pt x="295" y="166"/>
                  <a:pt x="295" y="166"/>
                </a:cubicBezTo>
                <a:cubicBezTo>
                  <a:pt x="295" y="119"/>
                  <a:pt x="295" y="119"/>
                  <a:pt x="295" y="119"/>
                </a:cubicBezTo>
                <a:cubicBezTo>
                  <a:pt x="343" y="119"/>
                  <a:pt x="343" y="119"/>
                  <a:pt x="343" y="119"/>
                </a:cubicBezTo>
                <a:cubicBezTo>
                  <a:pt x="343" y="99"/>
                  <a:pt x="343" y="99"/>
                  <a:pt x="343" y="99"/>
                </a:cubicBezTo>
                <a:cubicBezTo>
                  <a:pt x="295" y="99"/>
                  <a:pt x="295" y="99"/>
                  <a:pt x="295" y="99"/>
                </a:cubicBezTo>
                <a:cubicBezTo>
                  <a:pt x="295" y="73"/>
                  <a:pt x="295" y="73"/>
                  <a:pt x="295" y="73"/>
                </a:cubicBezTo>
                <a:lnTo>
                  <a:pt x="350" y="73"/>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1800" b="0" i="0" dirty="0">
              <a:latin typeface="Arial" panose="020B0604020202020204" pitchFamily="34" charset="0"/>
              <a:ea typeface="Helvetica Neue" panose="02000503000000020004" pitchFamily="2" charset="0"/>
              <a:cs typeface="Arial" panose="020B0604020202020204" pitchFamily="34" charset="0"/>
            </a:endParaRPr>
          </a:p>
        </p:txBody>
      </p:sp>
    </p:spTree>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Section Header – Teal">
    <p:spTree>
      <p:nvGrpSpPr>
        <p:cNvPr id="1" name=""/>
        <p:cNvGrpSpPr/>
        <p:nvPr/>
      </p:nvGrpSpPr>
      <p:grpSpPr>
        <a:xfrm>
          <a:off x="0" y="0"/>
          <a:ext cx="0" cy="0"/>
          <a:chOff x="0" y="0"/>
          <a:chExt cx="0" cy="0"/>
        </a:xfrm>
      </p:grpSpPr>
      <p:sp>
        <p:nvSpPr>
          <p:cNvPr id="6" name="Rectangle 5"/>
          <p:cNvSpPr/>
          <p:nvPr userDrawn="1"/>
        </p:nvSpPr>
        <p:spPr bwMode="auto">
          <a:xfrm>
            <a:off x="2" y="1772719"/>
            <a:ext cx="7051729" cy="1411357"/>
          </a:xfrm>
          <a:prstGeom prst="rect">
            <a:avLst/>
          </a:prstGeom>
          <a:solidFill>
            <a:srgbClr val="18A3AC"/>
          </a:solidFill>
          <a:ln w="19050" algn="ctr">
            <a:noFill/>
            <a:miter lim="800000"/>
            <a:headEnd/>
            <a:tailEnd/>
          </a:ln>
        </p:spPr>
        <p:txBody>
          <a:bodyPr wrap="none" rtlCol="0" anchor="ctr"/>
          <a:lstStyle/>
          <a:p>
            <a:pPr algn="ctr">
              <a:lnSpc>
                <a:spcPct val="90000"/>
              </a:lnSpc>
            </a:pPr>
            <a:endParaRPr lang="en-US" sz="1600" b="0" i="0" dirty="0" err="1">
              <a:solidFill>
                <a:schemeClr val="bg1"/>
              </a:solidFill>
              <a:latin typeface="Arial" panose="020B0604020202020204" pitchFamily="34" charset="0"/>
            </a:endParaRPr>
          </a:p>
        </p:txBody>
      </p:sp>
      <p:sp>
        <p:nvSpPr>
          <p:cNvPr id="4" name="Footer Placeholder 3"/>
          <p:cNvSpPr>
            <a:spLocks noGrp="1"/>
          </p:cNvSpPr>
          <p:nvPr>
            <p:ph type="ftr" sz="quarter" idx="11"/>
          </p:nvPr>
        </p:nvSpPr>
        <p:spPr/>
        <p:txBody>
          <a:bodyPr/>
          <a:lstStyle>
            <a:lvl1pPr>
              <a:defRPr b="0" i="0"/>
            </a:lvl1pPr>
          </a:lstStyle>
          <a:p>
            <a:r>
              <a:rPr lang="en-US"/>
              <a:t>Presentation Title</a:t>
            </a:r>
            <a:endParaRPr lang="en-US" dirty="0"/>
          </a:p>
        </p:txBody>
      </p:sp>
      <p:sp>
        <p:nvSpPr>
          <p:cNvPr id="5" name="Slide Number Placeholder 4"/>
          <p:cNvSpPr>
            <a:spLocks noGrp="1"/>
          </p:cNvSpPr>
          <p:nvPr>
            <p:ph type="sldNum" sz="quarter" idx="12"/>
          </p:nvPr>
        </p:nvSpPr>
        <p:spPr/>
        <p:txBody>
          <a:bodyPr/>
          <a:lstStyle>
            <a:lvl1pPr>
              <a:defRPr b="0" i="0"/>
            </a:lvl1pPr>
          </a:lstStyle>
          <a:p>
            <a:fld id="{7BCC8D0D-EAEC-449D-9161-023DFF90F2E2}" type="slidenum">
              <a:rPr lang="en-US" smtClean="0"/>
              <a:pPr/>
              <a:t>‹#›</a:t>
            </a:fld>
            <a:endParaRPr lang="en-US" dirty="0"/>
          </a:p>
        </p:txBody>
      </p:sp>
      <p:cxnSp>
        <p:nvCxnSpPr>
          <p:cNvPr id="9" name="Straight Connector 8">
            <a:extLst>
              <a:ext uri="{FF2B5EF4-FFF2-40B4-BE49-F238E27FC236}">
                <a16:creationId xmlns:a16="http://schemas.microsoft.com/office/drawing/2014/main" id="{E01C639F-F884-C946-B140-A9518C6FB9A8}"/>
              </a:ext>
            </a:extLst>
          </p:cNvPr>
          <p:cNvCxnSpPr/>
          <p:nvPr userDrawn="1"/>
        </p:nvCxnSpPr>
        <p:spPr>
          <a:xfrm>
            <a:off x="277813" y="4687560"/>
            <a:ext cx="8595360" cy="0"/>
          </a:xfrm>
          <a:prstGeom prst="line">
            <a:avLst/>
          </a:prstGeom>
          <a:noFill/>
          <a:ln w="3175" cap="flat">
            <a:solidFill>
              <a:schemeClr val="tx1"/>
            </a:solidFill>
            <a:prstDash val="solid"/>
            <a:miter lim="800000"/>
            <a:headEnd/>
            <a:tailEnd/>
          </a:ln>
          <a:extLst>
            <a:ext uri="{909E8E84-426E-40DD-AFC4-6F175D3DCCD1}">
              <a14:hiddenFill xmlns:a14="http://schemas.microsoft.com/office/drawing/2010/main">
                <a:noFill/>
              </a14:hiddenFill>
            </a:ext>
          </a:extLst>
        </p:spPr>
      </p:cxnSp>
      <p:sp>
        <p:nvSpPr>
          <p:cNvPr id="10" name="Freeform 77">
            <a:extLst>
              <a:ext uri="{FF2B5EF4-FFF2-40B4-BE49-F238E27FC236}">
                <a16:creationId xmlns:a16="http://schemas.microsoft.com/office/drawing/2014/main" id="{08B3EA4E-B6EE-2549-8EB7-C25BC2142E7C}"/>
              </a:ext>
            </a:extLst>
          </p:cNvPr>
          <p:cNvSpPr>
            <a:spLocks/>
          </p:cNvSpPr>
          <p:nvPr userDrawn="1"/>
        </p:nvSpPr>
        <p:spPr bwMode="auto">
          <a:xfrm>
            <a:off x="8393113" y="4800601"/>
            <a:ext cx="481012" cy="231074"/>
          </a:xfrm>
          <a:custGeom>
            <a:avLst/>
            <a:gdLst>
              <a:gd name="T0" fmla="*/ 350 w 350"/>
              <a:gd name="T1" fmla="*/ 52 h 168"/>
              <a:gd name="T2" fmla="*/ 270 w 350"/>
              <a:gd name="T3" fmla="*/ 130 h 168"/>
              <a:gd name="T4" fmla="*/ 240 w 350"/>
              <a:gd name="T5" fmla="*/ 100 h 168"/>
              <a:gd name="T6" fmla="*/ 205 w 350"/>
              <a:gd name="T7" fmla="*/ 91 h 168"/>
              <a:gd name="T8" fmla="*/ 201 w 350"/>
              <a:gd name="T9" fmla="*/ 86 h 168"/>
              <a:gd name="T10" fmla="*/ 200 w 350"/>
              <a:gd name="T11" fmla="*/ 82 h 168"/>
              <a:gd name="T12" fmla="*/ 203 w 350"/>
              <a:gd name="T13" fmla="*/ 73 h 168"/>
              <a:gd name="T14" fmla="*/ 203 w 350"/>
              <a:gd name="T15" fmla="*/ 73 h 168"/>
              <a:gd name="T16" fmla="*/ 205 w 350"/>
              <a:gd name="T17" fmla="*/ 72 h 168"/>
              <a:gd name="T18" fmla="*/ 234 w 350"/>
              <a:gd name="T19" fmla="*/ 71 h 168"/>
              <a:gd name="T20" fmla="*/ 266 w 350"/>
              <a:gd name="T21" fmla="*/ 85 h 168"/>
              <a:gd name="T22" fmla="*/ 222 w 350"/>
              <a:gd name="T23" fmla="*/ 48 h 168"/>
              <a:gd name="T24" fmla="*/ 179 w 350"/>
              <a:gd name="T25" fmla="*/ 73 h 168"/>
              <a:gd name="T26" fmla="*/ 178 w 350"/>
              <a:gd name="T27" fmla="*/ 76 h 168"/>
              <a:gd name="T28" fmla="*/ 122 w 350"/>
              <a:gd name="T29" fmla="*/ 60 h 168"/>
              <a:gd name="T30" fmla="*/ 178 w 350"/>
              <a:gd name="T31" fmla="*/ 41 h 168"/>
              <a:gd name="T32" fmla="*/ 153 w 350"/>
              <a:gd name="T33" fmla="*/ 0 h 168"/>
              <a:gd name="T34" fmla="*/ 97 w 350"/>
              <a:gd name="T35" fmla="*/ 2 h 168"/>
              <a:gd name="T36" fmla="*/ 72 w 350"/>
              <a:gd name="T37" fmla="*/ 73 h 168"/>
              <a:gd name="T38" fmla="*/ 25 w 350"/>
              <a:gd name="T39" fmla="*/ 73 h 168"/>
              <a:gd name="T40" fmla="*/ 0 w 350"/>
              <a:gd name="T41" fmla="*/ 2 h 168"/>
              <a:gd name="T42" fmla="*/ 48 w 350"/>
              <a:gd name="T43" fmla="*/ 119 h 168"/>
              <a:gd name="T44" fmla="*/ 97 w 350"/>
              <a:gd name="T45" fmla="*/ 64 h 168"/>
              <a:gd name="T46" fmla="*/ 187 w 350"/>
              <a:gd name="T47" fmla="*/ 107 h 168"/>
              <a:gd name="T48" fmla="*/ 214 w 350"/>
              <a:gd name="T49" fmla="*/ 117 h 168"/>
              <a:gd name="T50" fmla="*/ 242 w 350"/>
              <a:gd name="T51" fmla="*/ 125 h 168"/>
              <a:gd name="T52" fmla="*/ 237 w 350"/>
              <a:gd name="T53" fmla="*/ 147 h 168"/>
              <a:gd name="T54" fmla="*/ 203 w 350"/>
              <a:gd name="T55" fmla="*/ 141 h 168"/>
              <a:gd name="T56" fmla="*/ 176 w 350"/>
              <a:gd name="T57" fmla="*/ 130 h 168"/>
              <a:gd name="T58" fmla="*/ 224 w 350"/>
              <a:gd name="T59" fmla="*/ 168 h 168"/>
              <a:gd name="T60" fmla="*/ 270 w 350"/>
              <a:gd name="T61" fmla="*/ 134 h 168"/>
              <a:gd name="T62" fmla="*/ 295 w 350"/>
              <a:gd name="T63" fmla="*/ 166 h 168"/>
              <a:gd name="T64" fmla="*/ 343 w 350"/>
              <a:gd name="T65" fmla="*/ 119 h 168"/>
              <a:gd name="T66" fmla="*/ 295 w 350"/>
              <a:gd name="T67" fmla="*/ 99 h 168"/>
              <a:gd name="T68" fmla="*/ 350 w 350"/>
              <a:gd name="T69" fmla="*/ 73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50" h="168">
                <a:moveTo>
                  <a:pt x="350" y="73"/>
                </a:moveTo>
                <a:cubicBezTo>
                  <a:pt x="350" y="52"/>
                  <a:pt x="350" y="52"/>
                  <a:pt x="350" y="52"/>
                </a:cubicBezTo>
                <a:cubicBezTo>
                  <a:pt x="270" y="52"/>
                  <a:pt x="270" y="52"/>
                  <a:pt x="270" y="52"/>
                </a:cubicBezTo>
                <a:cubicBezTo>
                  <a:pt x="270" y="130"/>
                  <a:pt x="270" y="130"/>
                  <a:pt x="270" y="130"/>
                </a:cubicBezTo>
                <a:cubicBezTo>
                  <a:pt x="269" y="121"/>
                  <a:pt x="266" y="114"/>
                  <a:pt x="260" y="109"/>
                </a:cubicBezTo>
                <a:cubicBezTo>
                  <a:pt x="255" y="105"/>
                  <a:pt x="249" y="102"/>
                  <a:pt x="240" y="100"/>
                </a:cubicBezTo>
                <a:cubicBezTo>
                  <a:pt x="220" y="96"/>
                  <a:pt x="220" y="96"/>
                  <a:pt x="220" y="96"/>
                </a:cubicBezTo>
                <a:cubicBezTo>
                  <a:pt x="213" y="94"/>
                  <a:pt x="208" y="92"/>
                  <a:pt x="205" y="91"/>
                </a:cubicBezTo>
                <a:cubicBezTo>
                  <a:pt x="203" y="90"/>
                  <a:pt x="201" y="88"/>
                  <a:pt x="201" y="86"/>
                </a:cubicBezTo>
                <a:cubicBezTo>
                  <a:pt x="201" y="86"/>
                  <a:pt x="201" y="86"/>
                  <a:pt x="201" y="86"/>
                </a:cubicBezTo>
                <a:cubicBezTo>
                  <a:pt x="201" y="86"/>
                  <a:pt x="201" y="86"/>
                  <a:pt x="201" y="86"/>
                </a:cubicBezTo>
                <a:cubicBezTo>
                  <a:pt x="200" y="85"/>
                  <a:pt x="200" y="83"/>
                  <a:pt x="200" y="82"/>
                </a:cubicBezTo>
                <a:cubicBezTo>
                  <a:pt x="200" y="78"/>
                  <a:pt x="201" y="75"/>
                  <a:pt x="203" y="73"/>
                </a:cubicBezTo>
                <a:cubicBezTo>
                  <a:pt x="203" y="73"/>
                  <a:pt x="203" y="73"/>
                  <a:pt x="203" y="73"/>
                </a:cubicBezTo>
                <a:cubicBezTo>
                  <a:pt x="203" y="73"/>
                  <a:pt x="203" y="73"/>
                  <a:pt x="203" y="73"/>
                </a:cubicBezTo>
                <a:cubicBezTo>
                  <a:pt x="203" y="73"/>
                  <a:pt x="203" y="73"/>
                  <a:pt x="203" y="73"/>
                </a:cubicBezTo>
                <a:cubicBezTo>
                  <a:pt x="203" y="73"/>
                  <a:pt x="203" y="73"/>
                  <a:pt x="203" y="73"/>
                </a:cubicBezTo>
                <a:cubicBezTo>
                  <a:pt x="204" y="72"/>
                  <a:pt x="205" y="72"/>
                  <a:pt x="205" y="72"/>
                </a:cubicBezTo>
                <a:cubicBezTo>
                  <a:pt x="209" y="69"/>
                  <a:pt x="214" y="68"/>
                  <a:pt x="220" y="68"/>
                </a:cubicBezTo>
                <a:cubicBezTo>
                  <a:pt x="226" y="68"/>
                  <a:pt x="231" y="69"/>
                  <a:pt x="234" y="71"/>
                </a:cubicBezTo>
                <a:cubicBezTo>
                  <a:pt x="240" y="74"/>
                  <a:pt x="243" y="78"/>
                  <a:pt x="243" y="85"/>
                </a:cubicBezTo>
                <a:cubicBezTo>
                  <a:pt x="266" y="85"/>
                  <a:pt x="266" y="85"/>
                  <a:pt x="266" y="85"/>
                </a:cubicBezTo>
                <a:cubicBezTo>
                  <a:pt x="266" y="73"/>
                  <a:pt x="261" y="64"/>
                  <a:pt x="253" y="58"/>
                </a:cubicBezTo>
                <a:cubicBezTo>
                  <a:pt x="244" y="51"/>
                  <a:pt x="234" y="48"/>
                  <a:pt x="222" y="48"/>
                </a:cubicBezTo>
                <a:cubicBezTo>
                  <a:pt x="207" y="48"/>
                  <a:pt x="196" y="52"/>
                  <a:pt x="189" y="58"/>
                </a:cubicBezTo>
                <a:cubicBezTo>
                  <a:pt x="184" y="62"/>
                  <a:pt x="181" y="67"/>
                  <a:pt x="179" y="73"/>
                </a:cubicBezTo>
                <a:cubicBezTo>
                  <a:pt x="179" y="73"/>
                  <a:pt x="179" y="73"/>
                  <a:pt x="179" y="73"/>
                </a:cubicBezTo>
                <a:cubicBezTo>
                  <a:pt x="179" y="74"/>
                  <a:pt x="179" y="75"/>
                  <a:pt x="178" y="76"/>
                </a:cubicBezTo>
                <a:cubicBezTo>
                  <a:pt x="176" y="89"/>
                  <a:pt x="167" y="98"/>
                  <a:pt x="153" y="98"/>
                </a:cubicBezTo>
                <a:cubicBezTo>
                  <a:pt x="131" y="98"/>
                  <a:pt x="122" y="79"/>
                  <a:pt x="122" y="60"/>
                </a:cubicBezTo>
                <a:cubicBezTo>
                  <a:pt x="122" y="40"/>
                  <a:pt x="131" y="21"/>
                  <a:pt x="153" y="21"/>
                </a:cubicBezTo>
                <a:cubicBezTo>
                  <a:pt x="166" y="21"/>
                  <a:pt x="176" y="29"/>
                  <a:pt x="178" y="41"/>
                </a:cubicBezTo>
                <a:cubicBezTo>
                  <a:pt x="202" y="41"/>
                  <a:pt x="202" y="41"/>
                  <a:pt x="202" y="41"/>
                </a:cubicBezTo>
                <a:cubicBezTo>
                  <a:pt x="199" y="14"/>
                  <a:pt x="178" y="0"/>
                  <a:pt x="153" y="0"/>
                </a:cubicBezTo>
                <a:cubicBezTo>
                  <a:pt x="119" y="0"/>
                  <a:pt x="99" y="24"/>
                  <a:pt x="97" y="55"/>
                </a:cubicBezTo>
                <a:cubicBezTo>
                  <a:pt x="97" y="2"/>
                  <a:pt x="97" y="2"/>
                  <a:pt x="97" y="2"/>
                </a:cubicBezTo>
                <a:cubicBezTo>
                  <a:pt x="72" y="2"/>
                  <a:pt x="72" y="2"/>
                  <a:pt x="72" y="2"/>
                </a:cubicBezTo>
                <a:cubicBezTo>
                  <a:pt x="72" y="73"/>
                  <a:pt x="72" y="73"/>
                  <a:pt x="72" y="73"/>
                </a:cubicBezTo>
                <a:cubicBezTo>
                  <a:pt x="72" y="90"/>
                  <a:pt x="66" y="98"/>
                  <a:pt x="48" y="98"/>
                </a:cubicBezTo>
                <a:cubicBezTo>
                  <a:pt x="28" y="98"/>
                  <a:pt x="25" y="86"/>
                  <a:pt x="25" y="73"/>
                </a:cubicBezTo>
                <a:cubicBezTo>
                  <a:pt x="25" y="2"/>
                  <a:pt x="25" y="2"/>
                  <a:pt x="25" y="2"/>
                </a:cubicBezTo>
                <a:cubicBezTo>
                  <a:pt x="0" y="2"/>
                  <a:pt x="0" y="2"/>
                  <a:pt x="0" y="2"/>
                </a:cubicBezTo>
                <a:cubicBezTo>
                  <a:pt x="0" y="73"/>
                  <a:pt x="0" y="73"/>
                  <a:pt x="0" y="73"/>
                </a:cubicBezTo>
                <a:cubicBezTo>
                  <a:pt x="0" y="104"/>
                  <a:pt x="18" y="119"/>
                  <a:pt x="48" y="119"/>
                </a:cubicBezTo>
                <a:cubicBezTo>
                  <a:pt x="79" y="119"/>
                  <a:pt x="97" y="104"/>
                  <a:pt x="97" y="73"/>
                </a:cubicBezTo>
                <a:cubicBezTo>
                  <a:pt x="97" y="64"/>
                  <a:pt x="97" y="64"/>
                  <a:pt x="97" y="64"/>
                </a:cubicBezTo>
                <a:cubicBezTo>
                  <a:pt x="99" y="95"/>
                  <a:pt x="119" y="119"/>
                  <a:pt x="153" y="119"/>
                </a:cubicBezTo>
                <a:cubicBezTo>
                  <a:pt x="167" y="119"/>
                  <a:pt x="179" y="115"/>
                  <a:pt x="187" y="107"/>
                </a:cubicBezTo>
                <a:cubicBezTo>
                  <a:pt x="188" y="107"/>
                  <a:pt x="189" y="108"/>
                  <a:pt x="189" y="108"/>
                </a:cubicBezTo>
                <a:cubicBezTo>
                  <a:pt x="194" y="111"/>
                  <a:pt x="202" y="114"/>
                  <a:pt x="214" y="117"/>
                </a:cubicBezTo>
                <a:cubicBezTo>
                  <a:pt x="226" y="119"/>
                  <a:pt x="226" y="119"/>
                  <a:pt x="226" y="119"/>
                </a:cubicBezTo>
                <a:cubicBezTo>
                  <a:pt x="234" y="121"/>
                  <a:pt x="239" y="123"/>
                  <a:pt x="242" y="125"/>
                </a:cubicBezTo>
                <a:cubicBezTo>
                  <a:pt x="245" y="127"/>
                  <a:pt x="247" y="130"/>
                  <a:pt x="247" y="133"/>
                </a:cubicBezTo>
                <a:cubicBezTo>
                  <a:pt x="247" y="140"/>
                  <a:pt x="244" y="144"/>
                  <a:pt x="237" y="147"/>
                </a:cubicBezTo>
                <a:cubicBezTo>
                  <a:pt x="233" y="148"/>
                  <a:pt x="229" y="148"/>
                  <a:pt x="223" y="148"/>
                </a:cubicBezTo>
                <a:cubicBezTo>
                  <a:pt x="213" y="148"/>
                  <a:pt x="207" y="146"/>
                  <a:pt x="203" y="141"/>
                </a:cubicBezTo>
                <a:cubicBezTo>
                  <a:pt x="201" y="139"/>
                  <a:pt x="199" y="135"/>
                  <a:pt x="198" y="130"/>
                </a:cubicBezTo>
                <a:cubicBezTo>
                  <a:pt x="176" y="130"/>
                  <a:pt x="176" y="130"/>
                  <a:pt x="176" y="130"/>
                </a:cubicBezTo>
                <a:cubicBezTo>
                  <a:pt x="176" y="142"/>
                  <a:pt x="180" y="151"/>
                  <a:pt x="189" y="158"/>
                </a:cubicBezTo>
                <a:cubicBezTo>
                  <a:pt x="197" y="164"/>
                  <a:pt x="209" y="168"/>
                  <a:pt x="224" y="168"/>
                </a:cubicBezTo>
                <a:cubicBezTo>
                  <a:pt x="239" y="168"/>
                  <a:pt x="250" y="164"/>
                  <a:pt x="258" y="158"/>
                </a:cubicBezTo>
                <a:cubicBezTo>
                  <a:pt x="265" y="151"/>
                  <a:pt x="269" y="143"/>
                  <a:pt x="270" y="134"/>
                </a:cubicBezTo>
                <a:cubicBezTo>
                  <a:pt x="270" y="166"/>
                  <a:pt x="270" y="166"/>
                  <a:pt x="270" y="166"/>
                </a:cubicBezTo>
                <a:cubicBezTo>
                  <a:pt x="295" y="166"/>
                  <a:pt x="295" y="166"/>
                  <a:pt x="295" y="166"/>
                </a:cubicBezTo>
                <a:cubicBezTo>
                  <a:pt x="295" y="119"/>
                  <a:pt x="295" y="119"/>
                  <a:pt x="295" y="119"/>
                </a:cubicBezTo>
                <a:cubicBezTo>
                  <a:pt x="343" y="119"/>
                  <a:pt x="343" y="119"/>
                  <a:pt x="343" y="119"/>
                </a:cubicBezTo>
                <a:cubicBezTo>
                  <a:pt x="343" y="99"/>
                  <a:pt x="343" y="99"/>
                  <a:pt x="343" y="99"/>
                </a:cubicBezTo>
                <a:cubicBezTo>
                  <a:pt x="295" y="99"/>
                  <a:pt x="295" y="99"/>
                  <a:pt x="295" y="99"/>
                </a:cubicBezTo>
                <a:cubicBezTo>
                  <a:pt x="295" y="73"/>
                  <a:pt x="295" y="73"/>
                  <a:pt x="295" y="73"/>
                </a:cubicBezTo>
                <a:lnTo>
                  <a:pt x="350" y="73"/>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1800" b="0" i="0" dirty="0">
              <a:latin typeface="Arial" panose="020B0604020202020204" pitchFamily="34" charset="0"/>
              <a:ea typeface="Helvetica Neue" panose="02000503000000020004" pitchFamily="2" charset="0"/>
              <a:cs typeface="Arial" panose="020B0604020202020204" pitchFamily="34" charset="0"/>
            </a:endParaRPr>
          </a:p>
        </p:txBody>
      </p:sp>
      <p:sp>
        <p:nvSpPr>
          <p:cNvPr id="12" name="Title 15">
            <a:extLst>
              <a:ext uri="{FF2B5EF4-FFF2-40B4-BE49-F238E27FC236}">
                <a16:creationId xmlns:a16="http://schemas.microsoft.com/office/drawing/2014/main" id="{013E3FCC-D96C-D344-BBA3-51BB23D2A0F4}"/>
              </a:ext>
            </a:extLst>
          </p:cNvPr>
          <p:cNvSpPr>
            <a:spLocks noGrp="1"/>
          </p:cNvSpPr>
          <p:nvPr>
            <p:ph type="title" hasCustomPrompt="1"/>
          </p:nvPr>
        </p:nvSpPr>
        <p:spPr>
          <a:xfrm>
            <a:off x="453585" y="1919440"/>
            <a:ext cx="6435412" cy="1107896"/>
          </a:xfrm>
          <a:prstGeom prst="rect">
            <a:avLst/>
          </a:prstGeom>
        </p:spPr>
        <p:txBody>
          <a:bodyPr anchor="ctr">
            <a:noAutofit/>
          </a:bodyPr>
          <a:lstStyle>
            <a:lvl1pPr>
              <a:defRPr sz="3600" b="0" i="0" baseline="0">
                <a:solidFill>
                  <a:schemeClr val="bg1"/>
                </a:solidFill>
                <a:latin typeface="Garamond" panose="02020404030301010803" pitchFamily="18" charset="0"/>
                <a:ea typeface="Helvetica Neue" panose="02000503000000020004" pitchFamily="2" charset="0"/>
                <a:cs typeface="Arial" panose="020B0604020202020204" pitchFamily="34" charset="0"/>
              </a:defRPr>
            </a:lvl1pPr>
          </a:lstStyle>
          <a:p>
            <a:r>
              <a:rPr lang="en-US" dirty="0"/>
              <a:t>Section Header Here</a:t>
            </a:r>
          </a:p>
        </p:txBody>
      </p:sp>
    </p:spTree>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Section Header – Green">
    <p:spTree>
      <p:nvGrpSpPr>
        <p:cNvPr id="1" name=""/>
        <p:cNvGrpSpPr/>
        <p:nvPr/>
      </p:nvGrpSpPr>
      <p:grpSpPr>
        <a:xfrm>
          <a:off x="0" y="0"/>
          <a:ext cx="0" cy="0"/>
          <a:chOff x="0" y="0"/>
          <a:chExt cx="0" cy="0"/>
        </a:xfrm>
      </p:grpSpPr>
      <p:sp>
        <p:nvSpPr>
          <p:cNvPr id="6" name="Rectangle 5"/>
          <p:cNvSpPr/>
          <p:nvPr userDrawn="1"/>
        </p:nvSpPr>
        <p:spPr bwMode="auto">
          <a:xfrm>
            <a:off x="2" y="1772719"/>
            <a:ext cx="7051729" cy="1411357"/>
          </a:xfrm>
          <a:prstGeom prst="rect">
            <a:avLst/>
          </a:prstGeom>
          <a:solidFill>
            <a:schemeClr val="accent3"/>
          </a:solidFill>
          <a:ln w="19050" algn="ctr">
            <a:noFill/>
            <a:miter lim="800000"/>
            <a:headEnd/>
            <a:tailEnd/>
          </a:ln>
        </p:spPr>
        <p:txBody>
          <a:bodyPr wrap="none" rtlCol="0" anchor="ctr"/>
          <a:lstStyle/>
          <a:p>
            <a:pPr algn="ctr">
              <a:lnSpc>
                <a:spcPct val="90000"/>
              </a:lnSpc>
            </a:pPr>
            <a:endParaRPr lang="en-US" sz="1600" b="0" i="0" dirty="0" err="1">
              <a:solidFill>
                <a:schemeClr val="bg1"/>
              </a:solidFill>
              <a:latin typeface="Arial" panose="020B0604020202020204" pitchFamily="34" charset="0"/>
            </a:endParaRPr>
          </a:p>
        </p:txBody>
      </p:sp>
      <p:sp>
        <p:nvSpPr>
          <p:cNvPr id="4" name="Footer Placeholder 3"/>
          <p:cNvSpPr>
            <a:spLocks noGrp="1"/>
          </p:cNvSpPr>
          <p:nvPr>
            <p:ph type="ftr" sz="quarter" idx="11"/>
          </p:nvPr>
        </p:nvSpPr>
        <p:spPr/>
        <p:txBody>
          <a:bodyPr/>
          <a:lstStyle>
            <a:lvl1pPr>
              <a:defRPr b="0" i="0"/>
            </a:lvl1pPr>
          </a:lstStyle>
          <a:p>
            <a:r>
              <a:rPr lang="en-US"/>
              <a:t>Presentation Title</a:t>
            </a:r>
            <a:endParaRPr lang="en-US" dirty="0"/>
          </a:p>
        </p:txBody>
      </p:sp>
      <p:sp>
        <p:nvSpPr>
          <p:cNvPr id="5" name="Slide Number Placeholder 4"/>
          <p:cNvSpPr>
            <a:spLocks noGrp="1"/>
          </p:cNvSpPr>
          <p:nvPr>
            <p:ph type="sldNum" sz="quarter" idx="12"/>
          </p:nvPr>
        </p:nvSpPr>
        <p:spPr/>
        <p:txBody>
          <a:bodyPr/>
          <a:lstStyle>
            <a:lvl1pPr>
              <a:defRPr b="0" i="0"/>
            </a:lvl1pPr>
          </a:lstStyle>
          <a:p>
            <a:fld id="{7BCC8D0D-EAEC-449D-9161-023DFF90F2E2}" type="slidenum">
              <a:rPr lang="en-US" smtClean="0"/>
              <a:pPr/>
              <a:t>‹#›</a:t>
            </a:fld>
            <a:endParaRPr lang="en-US" dirty="0"/>
          </a:p>
        </p:txBody>
      </p:sp>
      <p:cxnSp>
        <p:nvCxnSpPr>
          <p:cNvPr id="9" name="Straight Connector 8">
            <a:extLst>
              <a:ext uri="{FF2B5EF4-FFF2-40B4-BE49-F238E27FC236}">
                <a16:creationId xmlns:a16="http://schemas.microsoft.com/office/drawing/2014/main" id="{7AB58095-3588-1A4E-B981-253E9F1A1AEC}"/>
              </a:ext>
            </a:extLst>
          </p:cNvPr>
          <p:cNvCxnSpPr/>
          <p:nvPr userDrawn="1"/>
        </p:nvCxnSpPr>
        <p:spPr>
          <a:xfrm>
            <a:off x="277813" y="4687560"/>
            <a:ext cx="8595360" cy="0"/>
          </a:xfrm>
          <a:prstGeom prst="line">
            <a:avLst/>
          </a:prstGeom>
          <a:noFill/>
          <a:ln w="3175" cap="flat">
            <a:solidFill>
              <a:schemeClr val="tx1"/>
            </a:solidFill>
            <a:prstDash val="solid"/>
            <a:miter lim="800000"/>
            <a:headEnd/>
            <a:tailEnd/>
          </a:ln>
          <a:extLst>
            <a:ext uri="{909E8E84-426E-40DD-AFC4-6F175D3DCCD1}">
              <a14:hiddenFill xmlns:a14="http://schemas.microsoft.com/office/drawing/2010/main">
                <a:noFill/>
              </a14:hiddenFill>
            </a:ext>
          </a:extLst>
        </p:spPr>
      </p:cxnSp>
      <p:sp>
        <p:nvSpPr>
          <p:cNvPr id="10" name="Freeform 77">
            <a:extLst>
              <a:ext uri="{FF2B5EF4-FFF2-40B4-BE49-F238E27FC236}">
                <a16:creationId xmlns:a16="http://schemas.microsoft.com/office/drawing/2014/main" id="{81C2D974-A2EE-E349-AD5D-00B5C62A8CB7}"/>
              </a:ext>
            </a:extLst>
          </p:cNvPr>
          <p:cNvSpPr>
            <a:spLocks/>
          </p:cNvSpPr>
          <p:nvPr userDrawn="1"/>
        </p:nvSpPr>
        <p:spPr bwMode="auto">
          <a:xfrm>
            <a:off x="8393113" y="4800601"/>
            <a:ext cx="481012" cy="231074"/>
          </a:xfrm>
          <a:custGeom>
            <a:avLst/>
            <a:gdLst>
              <a:gd name="T0" fmla="*/ 350 w 350"/>
              <a:gd name="T1" fmla="*/ 52 h 168"/>
              <a:gd name="T2" fmla="*/ 270 w 350"/>
              <a:gd name="T3" fmla="*/ 130 h 168"/>
              <a:gd name="T4" fmla="*/ 240 w 350"/>
              <a:gd name="T5" fmla="*/ 100 h 168"/>
              <a:gd name="T6" fmla="*/ 205 w 350"/>
              <a:gd name="T7" fmla="*/ 91 h 168"/>
              <a:gd name="T8" fmla="*/ 201 w 350"/>
              <a:gd name="T9" fmla="*/ 86 h 168"/>
              <a:gd name="T10" fmla="*/ 200 w 350"/>
              <a:gd name="T11" fmla="*/ 82 h 168"/>
              <a:gd name="T12" fmla="*/ 203 w 350"/>
              <a:gd name="T13" fmla="*/ 73 h 168"/>
              <a:gd name="T14" fmla="*/ 203 w 350"/>
              <a:gd name="T15" fmla="*/ 73 h 168"/>
              <a:gd name="T16" fmla="*/ 205 w 350"/>
              <a:gd name="T17" fmla="*/ 72 h 168"/>
              <a:gd name="T18" fmla="*/ 234 w 350"/>
              <a:gd name="T19" fmla="*/ 71 h 168"/>
              <a:gd name="T20" fmla="*/ 266 w 350"/>
              <a:gd name="T21" fmla="*/ 85 h 168"/>
              <a:gd name="T22" fmla="*/ 222 w 350"/>
              <a:gd name="T23" fmla="*/ 48 h 168"/>
              <a:gd name="T24" fmla="*/ 179 w 350"/>
              <a:gd name="T25" fmla="*/ 73 h 168"/>
              <a:gd name="T26" fmla="*/ 178 w 350"/>
              <a:gd name="T27" fmla="*/ 76 h 168"/>
              <a:gd name="T28" fmla="*/ 122 w 350"/>
              <a:gd name="T29" fmla="*/ 60 h 168"/>
              <a:gd name="T30" fmla="*/ 178 w 350"/>
              <a:gd name="T31" fmla="*/ 41 h 168"/>
              <a:gd name="T32" fmla="*/ 153 w 350"/>
              <a:gd name="T33" fmla="*/ 0 h 168"/>
              <a:gd name="T34" fmla="*/ 97 w 350"/>
              <a:gd name="T35" fmla="*/ 2 h 168"/>
              <a:gd name="T36" fmla="*/ 72 w 350"/>
              <a:gd name="T37" fmla="*/ 73 h 168"/>
              <a:gd name="T38" fmla="*/ 25 w 350"/>
              <a:gd name="T39" fmla="*/ 73 h 168"/>
              <a:gd name="T40" fmla="*/ 0 w 350"/>
              <a:gd name="T41" fmla="*/ 2 h 168"/>
              <a:gd name="T42" fmla="*/ 48 w 350"/>
              <a:gd name="T43" fmla="*/ 119 h 168"/>
              <a:gd name="T44" fmla="*/ 97 w 350"/>
              <a:gd name="T45" fmla="*/ 64 h 168"/>
              <a:gd name="T46" fmla="*/ 187 w 350"/>
              <a:gd name="T47" fmla="*/ 107 h 168"/>
              <a:gd name="T48" fmla="*/ 214 w 350"/>
              <a:gd name="T49" fmla="*/ 117 h 168"/>
              <a:gd name="T50" fmla="*/ 242 w 350"/>
              <a:gd name="T51" fmla="*/ 125 h 168"/>
              <a:gd name="T52" fmla="*/ 237 w 350"/>
              <a:gd name="T53" fmla="*/ 147 h 168"/>
              <a:gd name="T54" fmla="*/ 203 w 350"/>
              <a:gd name="T55" fmla="*/ 141 h 168"/>
              <a:gd name="T56" fmla="*/ 176 w 350"/>
              <a:gd name="T57" fmla="*/ 130 h 168"/>
              <a:gd name="T58" fmla="*/ 224 w 350"/>
              <a:gd name="T59" fmla="*/ 168 h 168"/>
              <a:gd name="T60" fmla="*/ 270 w 350"/>
              <a:gd name="T61" fmla="*/ 134 h 168"/>
              <a:gd name="T62" fmla="*/ 295 w 350"/>
              <a:gd name="T63" fmla="*/ 166 h 168"/>
              <a:gd name="T64" fmla="*/ 343 w 350"/>
              <a:gd name="T65" fmla="*/ 119 h 168"/>
              <a:gd name="T66" fmla="*/ 295 w 350"/>
              <a:gd name="T67" fmla="*/ 99 h 168"/>
              <a:gd name="T68" fmla="*/ 350 w 350"/>
              <a:gd name="T69" fmla="*/ 73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50" h="168">
                <a:moveTo>
                  <a:pt x="350" y="73"/>
                </a:moveTo>
                <a:cubicBezTo>
                  <a:pt x="350" y="52"/>
                  <a:pt x="350" y="52"/>
                  <a:pt x="350" y="52"/>
                </a:cubicBezTo>
                <a:cubicBezTo>
                  <a:pt x="270" y="52"/>
                  <a:pt x="270" y="52"/>
                  <a:pt x="270" y="52"/>
                </a:cubicBezTo>
                <a:cubicBezTo>
                  <a:pt x="270" y="130"/>
                  <a:pt x="270" y="130"/>
                  <a:pt x="270" y="130"/>
                </a:cubicBezTo>
                <a:cubicBezTo>
                  <a:pt x="269" y="121"/>
                  <a:pt x="266" y="114"/>
                  <a:pt x="260" y="109"/>
                </a:cubicBezTo>
                <a:cubicBezTo>
                  <a:pt x="255" y="105"/>
                  <a:pt x="249" y="102"/>
                  <a:pt x="240" y="100"/>
                </a:cubicBezTo>
                <a:cubicBezTo>
                  <a:pt x="220" y="96"/>
                  <a:pt x="220" y="96"/>
                  <a:pt x="220" y="96"/>
                </a:cubicBezTo>
                <a:cubicBezTo>
                  <a:pt x="213" y="94"/>
                  <a:pt x="208" y="92"/>
                  <a:pt x="205" y="91"/>
                </a:cubicBezTo>
                <a:cubicBezTo>
                  <a:pt x="203" y="90"/>
                  <a:pt x="201" y="88"/>
                  <a:pt x="201" y="86"/>
                </a:cubicBezTo>
                <a:cubicBezTo>
                  <a:pt x="201" y="86"/>
                  <a:pt x="201" y="86"/>
                  <a:pt x="201" y="86"/>
                </a:cubicBezTo>
                <a:cubicBezTo>
                  <a:pt x="201" y="86"/>
                  <a:pt x="201" y="86"/>
                  <a:pt x="201" y="86"/>
                </a:cubicBezTo>
                <a:cubicBezTo>
                  <a:pt x="200" y="85"/>
                  <a:pt x="200" y="83"/>
                  <a:pt x="200" y="82"/>
                </a:cubicBezTo>
                <a:cubicBezTo>
                  <a:pt x="200" y="78"/>
                  <a:pt x="201" y="75"/>
                  <a:pt x="203" y="73"/>
                </a:cubicBezTo>
                <a:cubicBezTo>
                  <a:pt x="203" y="73"/>
                  <a:pt x="203" y="73"/>
                  <a:pt x="203" y="73"/>
                </a:cubicBezTo>
                <a:cubicBezTo>
                  <a:pt x="203" y="73"/>
                  <a:pt x="203" y="73"/>
                  <a:pt x="203" y="73"/>
                </a:cubicBezTo>
                <a:cubicBezTo>
                  <a:pt x="203" y="73"/>
                  <a:pt x="203" y="73"/>
                  <a:pt x="203" y="73"/>
                </a:cubicBezTo>
                <a:cubicBezTo>
                  <a:pt x="203" y="73"/>
                  <a:pt x="203" y="73"/>
                  <a:pt x="203" y="73"/>
                </a:cubicBezTo>
                <a:cubicBezTo>
                  <a:pt x="204" y="72"/>
                  <a:pt x="205" y="72"/>
                  <a:pt x="205" y="72"/>
                </a:cubicBezTo>
                <a:cubicBezTo>
                  <a:pt x="209" y="69"/>
                  <a:pt x="214" y="68"/>
                  <a:pt x="220" y="68"/>
                </a:cubicBezTo>
                <a:cubicBezTo>
                  <a:pt x="226" y="68"/>
                  <a:pt x="231" y="69"/>
                  <a:pt x="234" y="71"/>
                </a:cubicBezTo>
                <a:cubicBezTo>
                  <a:pt x="240" y="74"/>
                  <a:pt x="243" y="78"/>
                  <a:pt x="243" y="85"/>
                </a:cubicBezTo>
                <a:cubicBezTo>
                  <a:pt x="266" y="85"/>
                  <a:pt x="266" y="85"/>
                  <a:pt x="266" y="85"/>
                </a:cubicBezTo>
                <a:cubicBezTo>
                  <a:pt x="266" y="73"/>
                  <a:pt x="261" y="64"/>
                  <a:pt x="253" y="58"/>
                </a:cubicBezTo>
                <a:cubicBezTo>
                  <a:pt x="244" y="51"/>
                  <a:pt x="234" y="48"/>
                  <a:pt x="222" y="48"/>
                </a:cubicBezTo>
                <a:cubicBezTo>
                  <a:pt x="207" y="48"/>
                  <a:pt x="196" y="52"/>
                  <a:pt x="189" y="58"/>
                </a:cubicBezTo>
                <a:cubicBezTo>
                  <a:pt x="184" y="62"/>
                  <a:pt x="181" y="67"/>
                  <a:pt x="179" y="73"/>
                </a:cubicBezTo>
                <a:cubicBezTo>
                  <a:pt x="179" y="73"/>
                  <a:pt x="179" y="73"/>
                  <a:pt x="179" y="73"/>
                </a:cubicBezTo>
                <a:cubicBezTo>
                  <a:pt x="179" y="74"/>
                  <a:pt x="179" y="75"/>
                  <a:pt x="178" y="76"/>
                </a:cubicBezTo>
                <a:cubicBezTo>
                  <a:pt x="176" y="89"/>
                  <a:pt x="167" y="98"/>
                  <a:pt x="153" y="98"/>
                </a:cubicBezTo>
                <a:cubicBezTo>
                  <a:pt x="131" y="98"/>
                  <a:pt x="122" y="79"/>
                  <a:pt x="122" y="60"/>
                </a:cubicBezTo>
                <a:cubicBezTo>
                  <a:pt x="122" y="40"/>
                  <a:pt x="131" y="21"/>
                  <a:pt x="153" y="21"/>
                </a:cubicBezTo>
                <a:cubicBezTo>
                  <a:pt x="166" y="21"/>
                  <a:pt x="176" y="29"/>
                  <a:pt x="178" y="41"/>
                </a:cubicBezTo>
                <a:cubicBezTo>
                  <a:pt x="202" y="41"/>
                  <a:pt x="202" y="41"/>
                  <a:pt x="202" y="41"/>
                </a:cubicBezTo>
                <a:cubicBezTo>
                  <a:pt x="199" y="14"/>
                  <a:pt x="178" y="0"/>
                  <a:pt x="153" y="0"/>
                </a:cubicBezTo>
                <a:cubicBezTo>
                  <a:pt x="119" y="0"/>
                  <a:pt x="99" y="24"/>
                  <a:pt x="97" y="55"/>
                </a:cubicBezTo>
                <a:cubicBezTo>
                  <a:pt x="97" y="2"/>
                  <a:pt x="97" y="2"/>
                  <a:pt x="97" y="2"/>
                </a:cubicBezTo>
                <a:cubicBezTo>
                  <a:pt x="72" y="2"/>
                  <a:pt x="72" y="2"/>
                  <a:pt x="72" y="2"/>
                </a:cubicBezTo>
                <a:cubicBezTo>
                  <a:pt x="72" y="73"/>
                  <a:pt x="72" y="73"/>
                  <a:pt x="72" y="73"/>
                </a:cubicBezTo>
                <a:cubicBezTo>
                  <a:pt x="72" y="90"/>
                  <a:pt x="66" y="98"/>
                  <a:pt x="48" y="98"/>
                </a:cubicBezTo>
                <a:cubicBezTo>
                  <a:pt x="28" y="98"/>
                  <a:pt x="25" y="86"/>
                  <a:pt x="25" y="73"/>
                </a:cubicBezTo>
                <a:cubicBezTo>
                  <a:pt x="25" y="2"/>
                  <a:pt x="25" y="2"/>
                  <a:pt x="25" y="2"/>
                </a:cubicBezTo>
                <a:cubicBezTo>
                  <a:pt x="0" y="2"/>
                  <a:pt x="0" y="2"/>
                  <a:pt x="0" y="2"/>
                </a:cubicBezTo>
                <a:cubicBezTo>
                  <a:pt x="0" y="73"/>
                  <a:pt x="0" y="73"/>
                  <a:pt x="0" y="73"/>
                </a:cubicBezTo>
                <a:cubicBezTo>
                  <a:pt x="0" y="104"/>
                  <a:pt x="18" y="119"/>
                  <a:pt x="48" y="119"/>
                </a:cubicBezTo>
                <a:cubicBezTo>
                  <a:pt x="79" y="119"/>
                  <a:pt x="97" y="104"/>
                  <a:pt x="97" y="73"/>
                </a:cubicBezTo>
                <a:cubicBezTo>
                  <a:pt x="97" y="64"/>
                  <a:pt x="97" y="64"/>
                  <a:pt x="97" y="64"/>
                </a:cubicBezTo>
                <a:cubicBezTo>
                  <a:pt x="99" y="95"/>
                  <a:pt x="119" y="119"/>
                  <a:pt x="153" y="119"/>
                </a:cubicBezTo>
                <a:cubicBezTo>
                  <a:pt x="167" y="119"/>
                  <a:pt x="179" y="115"/>
                  <a:pt x="187" y="107"/>
                </a:cubicBezTo>
                <a:cubicBezTo>
                  <a:pt x="188" y="107"/>
                  <a:pt x="189" y="108"/>
                  <a:pt x="189" y="108"/>
                </a:cubicBezTo>
                <a:cubicBezTo>
                  <a:pt x="194" y="111"/>
                  <a:pt x="202" y="114"/>
                  <a:pt x="214" y="117"/>
                </a:cubicBezTo>
                <a:cubicBezTo>
                  <a:pt x="226" y="119"/>
                  <a:pt x="226" y="119"/>
                  <a:pt x="226" y="119"/>
                </a:cubicBezTo>
                <a:cubicBezTo>
                  <a:pt x="234" y="121"/>
                  <a:pt x="239" y="123"/>
                  <a:pt x="242" y="125"/>
                </a:cubicBezTo>
                <a:cubicBezTo>
                  <a:pt x="245" y="127"/>
                  <a:pt x="247" y="130"/>
                  <a:pt x="247" y="133"/>
                </a:cubicBezTo>
                <a:cubicBezTo>
                  <a:pt x="247" y="140"/>
                  <a:pt x="244" y="144"/>
                  <a:pt x="237" y="147"/>
                </a:cubicBezTo>
                <a:cubicBezTo>
                  <a:pt x="233" y="148"/>
                  <a:pt x="229" y="148"/>
                  <a:pt x="223" y="148"/>
                </a:cubicBezTo>
                <a:cubicBezTo>
                  <a:pt x="213" y="148"/>
                  <a:pt x="207" y="146"/>
                  <a:pt x="203" y="141"/>
                </a:cubicBezTo>
                <a:cubicBezTo>
                  <a:pt x="201" y="139"/>
                  <a:pt x="199" y="135"/>
                  <a:pt x="198" y="130"/>
                </a:cubicBezTo>
                <a:cubicBezTo>
                  <a:pt x="176" y="130"/>
                  <a:pt x="176" y="130"/>
                  <a:pt x="176" y="130"/>
                </a:cubicBezTo>
                <a:cubicBezTo>
                  <a:pt x="176" y="142"/>
                  <a:pt x="180" y="151"/>
                  <a:pt x="189" y="158"/>
                </a:cubicBezTo>
                <a:cubicBezTo>
                  <a:pt x="197" y="164"/>
                  <a:pt x="209" y="168"/>
                  <a:pt x="224" y="168"/>
                </a:cubicBezTo>
                <a:cubicBezTo>
                  <a:pt x="239" y="168"/>
                  <a:pt x="250" y="164"/>
                  <a:pt x="258" y="158"/>
                </a:cubicBezTo>
                <a:cubicBezTo>
                  <a:pt x="265" y="151"/>
                  <a:pt x="269" y="143"/>
                  <a:pt x="270" y="134"/>
                </a:cubicBezTo>
                <a:cubicBezTo>
                  <a:pt x="270" y="166"/>
                  <a:pt x="270" y="166"/>
                  <a:pt x="270" y="166"/>
                </a:cubicBezTo>
                <a:cubicBezTo>
                  <a:pt x="295" y="166"/>
                  <a:pt x="295" y="166"/>
                  <a:pt x="295" y="166"/>
                </a:cubicBezTo>
                <a:cubicBezTo>
                  <a:pt x="295" y="119"/>
                  <a:pt x="295" y="119"/>
                  <a:pt x="295" y="119"/>
                </a:cubicBezTo>
                <a:cubicBezTo>
                  <a:pt x="343" y="119"/>
                  <a:pt x="343" y="119"/>
                  <a:pt x="343" y="119"/>
                </a:cubicBezTo>
                <a:cubicBezTo>
                  <a:pt x="343" y="99"/>
                  <a:pt x="343" y="99"/>
                  <a:pt x="343" y="99"/>
                </a:cubicBezTo>
                <a:cubicBezTo>
                  <a:pt x="295" y="99"/>
                  <a:pt x="295" y="99"/>
                  <a:pt x="295" y="99"/>
                </a:cubicBezTo>
                <a:cubicBezTo>
                  <a:pt x="295" y="73"/>
                  <a:pt x="295" y="73"/>
                  <a:pt x="295" y="73"/>
                </a:cubicBezTo>
                <a:lnTo>
                  <a:pt x="350" y="73"/>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1800" b="0" i="0" dirty="0">
              <a:latin typeface="Arial" panose="020B0604020202020204" pitchFamily="34" charset="0"/>
              <a:ea typeface="Helvetica Neue" panose="02000503000000020004" pitchFamily="2" charset="0"/>
              <a:cs typeface="Arial" panose="020B0604020202020204" pitchFamily="34" charset="0"/>
            </a:endParaRPr>
          </a:p>
        </p:txBody>
      </p:sp>
      <p:sp>
        <p:nvSpPr>
          <p:cNvPr id="11" name="Title 15">
            <a:extLst>
              <a:ext uri="{FF2B5EF4-FFF2-40B4-BE49-F238E27FC236}">
                <a16:creationId xmlns:a16="http://schemas.microsoft.com/office/drawing/2014/main" id="{18DED201-C78F-0E4A-B63C-520004DA73BE}"/>
              </a:ext>
            </a:extLst>
          </p:cNvPr>
          <p:cNvSpPr>
            <a:spLocks noGrp="1"/>
          </p:cNvSpPr>
          <p:nvPr>
            <p:ph type="title" hasCustomPrompt="1"/>
          </p:nvPr>
        </p:nvSpPr>
        <p:spPr>
          <a:xfrm>
            <a:off x="453585" y="1919440"/>
            <a:ext cx="6435412" cy="1107896"/>
          </a:xfrm>
          <a:prstGeom prst="rect">
            <a:avLst/>
          </a:prstGeom>
        </p:spPr>
        <p:txBody>
          <a:bodyPr anchor="ctr">
            <a:noAutofit/>
          </a:bodyPr>
          <a:lstStyle>
            <a:lvl1pPr>
              <a:defRPr sz="3600" b="0" i="0" baseline="0">
                <a:solidFill>
                  <a:schemeClr val="bg1"/>
                </a:solidFill>
                <a:latin typeface="Garamond" panose="02020404030301010803" pitchFamily="18" charset="0"/>
                <a:ea typeface="Helvetica Neue" panose="02000503000000020004" pitchFamily="2" charset="0"/>
                <a:cs typeface="Arial" panose="020B0604020202020204" pitchFamily="34" charset="0"/>
              </a:defRPr>
            </a:lvl1pPr>
          </a:lstStyle>
          <a:p>
            <a:r>
              <a:rPr lang="en-US" dirty="0"/>
              <a:t>Section Header Here</a:t>
            </a:r>
          </a:p>
        </p:txBody>
      </p:sp>
    </p:spTree>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Blank">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41513573"/>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p:cSld name="Closing with logo_1">
    <p:bg>
      <p:bgRef idx="1001">
        <a:schemeClr val="bg2"/>
      </p:bgRef>
    </p:bg>
    <p:spTree>
      <p:nvGrpSpPr>
        <p:cNvPr id="1" name=""/>
        <p:cNvGrpSpPr/>
        <p:nvPr/>
      </p:nvGrpSpPr>
      <p:grpSpPr>
        <a:xfrm>
          <a:off x="0" y="0"/>
          <a:ext cx="0" cy="0"/>
          <a:chOff x="0" y="0"/>
          <a:chExt cx="0" cy="0"/>
        </a:xfrm>
      </p:grpSpPr>
      <p:pic>
        <p:nvPicPr>
          <p:cNvPr id="4" name="Picture 41"/>
          <p:cNvPicPr>
            <a:picLocks noChangeAspect="1" noChangeArrowheads="1"/>
          </p:cNvPicPr>
          <p:nvPr userDrawn="1"/>
        </p:nvPicPr>
        <p:blipFill>
          <a:blip r:embed="rId2" cstate="screen">
            <a:extLst>
              <a:ext uri="{28A0092B-C50C-407E-A947-70E740481C1C}">
                <a14:useLocalDpi xmlns:a14="http://schemas.microsoft.com/office/drawing/2010/main"/>
              </a:ext>
            </a:extLst>
          </a:blip>
          <a:srcRect/>
          <a:stretch/>
        </p:blipFill>
        <p:spPr bwMode="invGray">
          <a:xfrm>
            <a:off x="3865186" y="2036429"/>
            <a:ext cx="1571041" cy="10182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2428265"/>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Closing with logo_2">
    <p:bg>
      <p:bgRef idx="1001">
        <a:schemeClr val="bg1"/>
      </p:bgRef>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879400" y="1884801"/>
            <a:ext cx="1373900" cy="1373900"/>
          </a:xfrm>
          <a:prstGeom prst="rect">
            <a:avLst/>
          </a:prstGeom>
        </p:spPr>
      </p:pic>
    </p:spTree>
    <p:extLst>
      <p:ext uri="{BB962C8B-B14F-4D97-AF65-F5344CB8AC3E}">
        <p14:creationId xmlns:p14="http://schemas.microsoft.com/office/powerpoint/2010/main" val="1367638422"/>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p:cSld name="Closing – Research">
    <p:bg>
      <p:bgRef idx="1001">
        <a:schemeClr val="bg1"/>
      </p:bgRef>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149580" y="2015504"/>
            <a:ext cx="1615440" cy="1615440"/>
          </a:xfrm>
          <a:prstGeom prst="rect">
            <a:avLst/>
          </a:prstGeom>
        </p:spPr>
      </p:pic>
      <p:pic>
        <p:nvPicPr>
          <p:cNvPr id="12" name="Picture 11"/>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6149580" y="0"/>
            <a:ext cx="2994420" cy="2015504"/>
          </a:xfrm>
          <a:prstGeom prst="rect">
            <a:avLst/>
          </a:prstGeom>
        </p:spPr>
      </p:pic>
      <p:pic>
        <p:nvPicPr>
          <p:cNvPr id="6" name="Picture 5"/>
          <p:cNvPicPr>
            <a:picLocks noChangeAspect="1"/>
          </p:cNvPicPr>
          <p:nvPr userDrawn="1"/>
        </p:nvPicPr>
        <p:blipFill rotWithShape="1">
          <a:blip r:embed="rId4" cstate="screen">
            <a:extLst>
              <a:ext uri="{28A0092B-C50C-407E-A947-70E740481C1C}">
                <a14:useLocalDpi xmlns:a14="http://schemas.microsoft.com/office/drawing/2010/main"/>
              </a:ext>
            </a:extLst>
          </a:blip>
          <a:srcRect r="2591"/>
          <a:stretch/>
        </p:blipFill>
        <p:spPr>
          <a:xfrm>
            <a:off x="0" y="1480601"/>
            <a:ext cx="6149580" cy="3662899"/>
          </a:xfrm>
          <a:prstGeom prst="rect">
            <a:avLst/>
          </a:prstGeom>
        </p:spPr>
      </p:pic>
    </p:spTree>
    <p:extLst>
      <p:ext uri="{BB962C8B-B14F-4D97-AF65-F5344CB8AC3E}">
        <p14:creationId xmlns:p14="http://schemas.microsoft.com/office/powerpoint/2010/main" val="1827423934"/>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p:cSld name="Closing – Education">
    <p:bg>
      <p:bgRef idx="1001">
        <a:schemeClr val="bg1"/>
      </p:bgRef>
    </p:bg>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41314" y="2015504"/>
            <a:ext cx="1615440" cy="1615440"/>
          </a:xfrm>
          <a:prstGeom prst="rect">
            <a:avLst/>
          </a:prstGeom>
        </p:spPr>
      </p:pic>
      <p:pic>
        <p:nvPicPr>
          <p:cNvPr id="17" name="Picture 16"/>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2756753" cy="2015504"/>
          </a:xfrm>
          <a:prstGeom prst="rect">
            <a:avLst/>
          </a:prstGeom>
        </p:spPr>
      </p:pic>
      <p:pic>
        <p:nvPicPr>
          <p:cNvPr id="5" name="Picture 4"/>
          <p:cNvPicPr>
            <a:picLocks noChangeAspect="1"/>
          </p:cNvPicPr>
          <p:nvPr userDrawn="1"/>
        </p:nvPicPr>
        <p:blipFill rotWithShape="1">
          <a:blip r:embed="rId4" cstate="screen">
            <a:extLst>
              <a:ext uri="{28A0092B-C50C-407E-A947-70E740481C1C}">
                <a14:useLocalDpi xmlns:a14="http://schemas.microsoft.com/office/drawing/2010/main"/>
              </a:ext>
            </a:extLst>
          </a:blip>
          <a:srcRect/>
          <a:stretch/>
        </p:blipFill>
        <p:spPr>
          <a:xfrm>
            <a:off x="2756753" y="949124"/>
            <a:ext cx="6387247" cy="4194376"/>
          </a:xfrm>
          <a:prstGeom prst="rect">
            <a:avLst/>
          </a:prstGeom>
        </p:spPr>
      </p:pic>
    </p:spTree>
    <p:extLst>
      <p:ext uri="{BB962C8B-B14F-4D97-AF65-F5344CB8AC3E}">
        <p14:creationId xmlns:p14="http://schemas.microsoft.com/office/powerpoint/2010/main" val="1567530430"/>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p:cSld name="Closing – Patient Care">
    <p:bg>
      <p:bgRef idx="1001">
        <a:schemeClr val="bg1"/>
      </p:bgRef>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45170" y="2015504"/>
            <a:ext cx="1615440" cy="1615440"/>
          </a:xfrm>
          <a:prstGeom prst="rect">
            <a:avLst/>
          </a:prstGeom>
        </p:spPr>
      </p:pic>
      <p:pic>
        <p:nvPicPr>
          <p:cNvPr id="8" name="Picture 7"/>
          <p:cNvPicPr>
            <a:picLocks noChangeAspect="1"/>
          </p:cNvPicPr>
          <p:nvPr userDrawn="1"/>
        </p:nvPicPr>
        <p:blipFill rotWithShape="1">
          <a:blip r:embed="rId3" cstate="screen">
            <a:extLst>
              <a:ext uri="{28A0092B-C50C-407E-A947-70E740481C1C}">
                <a14:useLocalDpi xmlns:a14="http://schemas.microsoft.com/office/drawing/2010/main"/>
              </a:ext>
            </a:extLst>
          </a:blip>
          <a:srcRect b="-1"/>
          <a:stretch/>
        </p:blipFill>
        <p:spPr>
          <a:xfrm>
            <a:off x="0" y="0"/>
            <a:ext cx="2760609" cy="2015504"/>
          </a:xfrm>
          <a:prstGeom prst="rect">
            <a:avLst/>
          </a:prstGeom>
        </p:spPr>
      </p:pic>
      <p:pic>
        <p:nvPicPr>
          <p:cNvPr id="5" name="Picture 4"/>
          <p:cNvPicPr>
            <a:picLocks noChangeAspect="1"/>
          </p:cNvPicPr>
          <p:nvPr userDrawn="1"/>
        </p:nvPicPr>
        <p:blipFill rotWithShape="1">
          <a:blip r:embed="rId4" cstate="screen">
            <a:extLst>
              <a:ext uri="{28A0092B-C50C-407E-A947-70E740481C1C}">
                <a14:useLocalDpi xmlns:a14="http://schemas.microsoft.com/office/drawing/2010/main"/>
              </a:ext>
            </a:extLst>
          </a:blip>
          <a:srcRect l="-60"/>
          <a:stretch/>
        </p:blipFill>
        <p:spPr>
          <a:xfrm>
            <a:off x="2756754" y="1257301"/>
            <a:ext cx="6387246" cy="3886199"/>
          </a:xfrm>
          <a:prstGeom prst="rect">
            <a:avLst/>
          </a:prstGeom>
        </p:spPr>
      </p:pic>
    </p:spTree>
    <p:extLst>
      <p:ext uri="{BB962C8B-B14F-4D97-AF65-F5344CB8AC3E}">
        <p14:creationId xmlns:p14="http://schemas.microsoft.com/office/powerpoint/2010/main" val="1810116253"/>
      </p:ext>
    </p:extLst>
  </p:cSld>
  <p:clrMapOvr>
    <a:overrideClrMapping bg1="lt1" tx1="dk1" bg2="lt2" tx2="dk2" accent1="accent1" accent2="accent2" accent3="accent3" accent4="accent4" accent5="accent5" accent6="accent6" hlink="hlink" folHlink="folHlink"/>
  </p:clrMapOvr>
  <p:transition>
    <p:fade/>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slideLayout" Target="../slideLayouts/slideLayout18.xml"/><Relationship Id="rId3" Type="http://schemas.openxmlformats.org/officeDocument/2006/relationships/slideLayout" Target="../slideLayouts/slideLayout19.xml"/><Relationship Id="rId4" Type="http://schemas.openxmlformats.org/officeDocument/2006/relationships/slideLayout" Target="../slideLayouts/slideLayout20.xml"/><Relationship Id="rId5" Type="http://schemas.openxmlformats.org/officeDocument/2006/relationships/slideLayout" Target="../slideLayouts/slideLayout21.xml"/><Relationship Id="rId6" Type="http://schemas.openxmlformats.org/officeDocument/2006/relationships/slideLayout" Target="../slideLayouts/slideLayout22.xml"/><Relationship Id="rId7" Type="http://schemas.openxmlformats.org/officeDocument/2006/relationships/slideLayout" Target="../slideLayouts/slideLayout23.xml"/><Relationship Id="rId8" Type="http://schemas.openxmlformats.org/officeDocument/2006/relationships/slideLayout" Target="../slideLayouts/slideLayout24.xml"/><Relationship Id="rId9" Type="http://schemas.openxmlformats.org/officeDocument/2006/relationships/slideLayout" Target="../slideLayouts/slideLayout25.xml"/><Relationship Id="rId10" Type="http://schemas.openxmlformats.org/officeDocument/2006/relationships/slideLayout" Target="../slideLayouts/slideLayout26.xml"/><Relationship Id="rId11" Type="http://schemas.openxmlformats.org/officeDocument/2006/relationships/slideLayout" Target="../slideLayouts/slideLayout27.xml"/><Relationship Id="rId12" Type="http://schemas.openxmlformats.org/officeDocument/2006/relationships/slideLayout" Target="../slideLayouts/slideLayout28.xml"/><Relationship Id="rId13" Type="http://schemas.openxmlformats.org/officeDocument/2006/relationships/slideLayout" Target="../slideLayouts/slideLayout29.xml"/><Relationship Id="rId14" Type="http://schemas.openxmlformats.org/officeDocument/2006/relationships/slideLayout" Target="../slideLayouts/slideLayout30.xml"/><Relationship Id="rId15" Type="http://schemas.openxmlformats.org/officeDocument/2006/relationships/slideLayout" Target="../slideLayouts/slideLayout31.xml"/><Relationship Id="rId16" Type="http://schemas.openxmlformats.org/officeDocument/2006/relationships/slideLayout" Target="../slideLayouts/slideLayout32.xml"/><Relationship Id="rId17" Type="http://schemas.openxmlformats.org/officeDocument/2006/relationships/slideLayout" Target="../slideLayouts/slideLayout33.xml"/><Relationship Id="rId18" Type="http://schemas.openxmlformats.org/officeDocument/2006/relationships/slideLayout" Target="../slideLayouts/slideLayout34.xml"/><Relationship Id="rId19" Type="http://schemas.openxmlformats.org/officeDocument/2006/relationships/slideLayout" Target="../slideLayouts/slideLayout35.xml"/><Relationship Id="rId20" Type="http://schemas.openxmlformats.org/officeDocument/2006/relationships/slideLayout" Target="../slideLayouts/slideLayout36.xml"/><Relationship Id="rId21" Type="http://schemas.openxmlformats.org/officeDocument/2006/relationships/slideLayout" Target="../slideLayouts/slideLayout37.xml"/><Relationship Id="rId22" Type="http://schemas.openxmlformats.org/officeDocument/2006/relationships/slideLayout" Target="../slideLayouts/slideLayout38.xml"/><Relationship Id="rId23" Type="http://schemas.openxmlformats.org/officeDocument/2006/relationships/slideLayout" Target="../slideLayouts/slideLayout39.xml"/><Relationship Id="rId24" Type="http://schemas.openxmlformats.org/officeDocument/2006/relationships/slideLayout" Target="../slideLayouts/slideLayout40.xml"/><Relationship Id="rId25" Type="http://schemas.openxmlformats.org/officeDocument/2006/relationships/slideLayout" Target="../slideLayouts/slideLayout41.xml"/><Relationship Id="rId26" Type="http://schemas.openxmlformats.org/officeDocument/2006/relationships/slideLayout" Target="../slideLayouts/slideLayout42.xml"/><Relationship Id="rId27"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Text Placeholder 3"/>
          <p:cNvSpPr>
            <a:spLocks noGrp="1"/>
          </p:cNvSpPr>
          <p:nvPr>
            <p:ph type="body" idx="1"/>
          </p:nvPr>
        </p:nvSpPr>
        <p:spPr>
          <a:xfrm>
            <a:off x="459685" y="1401417"/>
            <a:ext cx="8137665" cy="2932045"/>
          </a:xfrm>
          <a:prstGeom prst="rect">
            <a:avLst/>
          </a:prstGeom>
        </p:spPr>
        <p:txBody>
          <a:bodyPr vert="horz" lIns="91440" tIns="45720" rIns="9144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Placeholder 1"/>
          <p:cNvSpPr>
            <a:spLocks noGrp="1"/>
          </p:cNvSpPr>
          <p:nvPr>
            <p:ph type="title"/>
          </p:nvPr>
        </p:nvSpPr>
        <p:spPr>
          <a:xfrm>
            <a:off x="453585" y="318751"/>
            <a:ext cx="8173580" cy="458587"/>
          </a:xfrm>
          <a:prstGeom prst="rect">
            <a:avLst/>
          </a:prstGeom>
        </p:spPr>
        <p:txBody>
          <a:bodyPr vert="horz" wrap="square" lIns="91440" tIns="45720" rIns="91440" bIns="45720" rtlCol="0" anchor="t" anchorCtr="0">
            <a:noAutofit/>
          </a:bodyPr>
          <a:lstStyle/>
          <a:p>
            <a:r>
              <a:rPr lang="en-US" dirty="0"/>
              <a:t>Slide Title Here</a:t>
            </a:r>
          </a:p>
        </p:txBody>
      </p:sp>
      <p:sp>
        <p:nvSpPr>
          <p:cNvPr id="11" name="Footer Placeholder 5"/>
          <p:cNvSpPr>
            <a:spLocks noGrp="1"/>
          </p:cNvSpPr>
          <p:nvPr>
            <p:ph type="ftr" sz="quarter" idx="3"/>
          </p:nvPr>
        </p:nvSpPr>
        <p:spPr>
          <a:xfrm>
            <a:off x="548152" y="4852597"/>
            <a:ext cx="4310907" cy="103485"/>
          </a:xfrm>
          <a:prstGeom prst="rect">
            <a:avLst/>
          </a:prstGeom>
        </p:spPr>
        <p:txBody>
          <a:bodyPr vert="horz" wrap="square" lIns="0" tIns="0" rIns="0" bIns="0" rtlCol="0" anchor="b" anchorCtr="0"/>
          <a:lstStyle>
            <a:lvl1pPr algn="l">
              <a:defRPr sz="700" b="0" i="0">
                <a:solidFill>
                  <a:schemeClr val="tx1"/>
                </a:solidFill>
                <a:latin typeface="Arial" panose="020B0604020202020204" pitchFamily="34" charset="0"/>
                <a:cs typeface="Arial" panose="020B0604020202020204" pitchFamily="34" charset="0"/>
              </a:defRPr>
            </a:lvl1pPr>
          </a:lstStyle>
          <a:p>
            <a:r>
              <a:rPr lang="en-US"/>
              <a:t>Presentation Title</a:t>
            </a:r>
            <a:endParaRPr lang="en-US" dirty="0"/>
          </a:p>
        </p:txBody>
      </p:sp>
      <p:sp>
        <p:nvSpPr>
          <p:cNvPr id="12" name="Slide Number Placeholder 6"/>
          <p:cNvSpPr>
            <a:spLocks noGrp="1"/>
          </p:cNvSpPr>
          <p:nvPr>
            <p:ph type="sldNum" sz="quarter" idx="4"/>
          </p:nvPr>
        </p:nvSpPr>
        <p:spPr>
          <a:xfrm>
            <a:off x="272107" y="4840129"/>
            <a:ext cx="246061" cy="116425"/>
          </a:xfrm>
          <a:prstGeom prst="rect">
            <a:avLst/>
          </a:prstGeom>
        </p:spPr>
        <p:txBody>
          <a:bodyPr vert="horz" wrap="square" lIns="0" tIns="0" rIns="0" bIns="0" rtlCol="0" anchor="b" anchorCtr="0"/>
          <a:lstStyle>
            <a:lvl1pPr algn="l">
              <a:defRPr sz="700" b="0" i="0">
                <a:solidFill>
                  <a:schemeClr val="tx1"/>
                </a:solidFill>
                <a:latin typeface="Arial" panose="020B0604020202020204" pitchFamily="34" charset="0"/>
                <a:cs typeface="Arial" panose="020B0604020202020204" pitchFamily="34" charset="0"/>
              </a:defRPr>
            </a:lvl1pPr>
          </a:lstStyle>
          <a:p>
            <a:fld id="{7BCC8D0D-EAEC-449D-9161-023DFF90F2E2}" type="slidenum">
              <a:rPr lang="en-US" smtClean="0"/>
              <a:pPr/>
              <a:t>‹#›</a:t>
            </a:fld>
            <a:endParaRPr lang="en-US" dirty="0"/>
          </a:p>
        </p:txBody>
      </p:sp>
      <p:cxnSp>
        <p:nvCxnSpPr>
          <p:cNvPr id="36" name="Straight Connector 35"/>
          <p:cNvCxnSpPr/>
          <p:nvPr userDrawn="1"/>
        </p:nvCxnSpPr>
        <p:spPr>
          <a:xfrm>
            <a:off x="365125" y="4687560"/>
            <a:ext cx="8413750" cy="0"/>
          </a:xfrm>
          <a:prstGeom prst="line">
            <a:avLst/>
          </a:prstGeom>
          <a:noFill/>
          <a:ln w="3175" cap="flat">
            <a:solidFill>
              <a:srgbClr val="052049"/>
            </a:solidFill>
            <a:prstDash val="solid"/>
            <a:miter lim="800000"/>
            <a:headEnd/>
            <a:tailEnd/>
          </a:ln>
          <a:extLst>
            <a:ext uri="{909E8E84-426E-40DD-AFC4-6F175D3DCCD1}">
              <a14:hiddenFill xmlns:a14="http://schemas.microsoft.com/office/drawing/2010/main">
                <a:noFill/>
              </a14:hiddenFill>
            </a:ext>
          </a:extLst>
        </p:spPr>
      </p:cxnSp>
      <p:cxnSp>
        <p:nvCxnSpPr>
          <p:cNvPr id="9" name="Straight Connector 8"/>
          <p:cNvCxnSpPr/>
          <p:nvPr userDrawn="1"/>
        </p:nvCxnSpPr>
        <p:spPr>
          <a:xfrm>
            <a:off x="277813" y="4687560"/>
            <a:ext cx="8595360" cy="0"/>
          </a:xfrm>
          <a:prstGeom prst="line">
            <a:avLst/>
          </a:prstGeom>
          <a:noFill/>
          <a:ln w="3175" cap="flat">
            <a:solidFill>
              <a:srgbClr val="052049"/>
            </a:solidFill>
            <a:prstDash val="solid"/>
            <a:miter lim="800000"/>
            <a:headEnd/>
            <a:tailEnd/>
          </a:ln>
          <a:extLst>
            <a:ext uri="{909E8E84-426E-40DD-AFC4-6F175D3DCCD1}">
              <a14:hiddenFill xmlns:a14="http://schemas.microsoft.com/office/drawing/2010/main">
                <a:noFill/>
              </a14:hiddenFill>
            </a:ext>
          </a:extLst>
        </p:spPr>
      </p:cxnSp>
      <p:sp>
        <p:nvSpPr>
          <p:cNvPr id="13" name="Freeform 77"/>
          <p:cNvSpPr>
            <a:spLocks/>
          </p:cNvSpPr>
          <p:nvPr userDrawn="1"/>
        </p:nvSpPr>
        <p:spPr bwMode="auto">
          <a:xfrm>
            <a:off x="8393113" y="4800601"/>
            <a:ext cx="481012" cy="231074"/>
          </a:xfrm>
          <a:custGeom>
            <a:avLst/>
            <a:gdLst>
              <a:gd name="T0" fmla="*/ 350 w 350"/>
              <a:gd name="T1" fmla="*/ 52 h 168"/>
              <a:gd name="T2" fmla="*/ 270 w 350"/>
              <a:gd name="T3" fmla="*/ 130 h 168"/>
              <a:gd name="T4" fmla="*/ 240 w 350"/>
              <a:gd name="T5" fmla="*/ 100 h 168"/>
              <a:gd name="T6" fmla="*/ 205 w 350"/>
              <a:gd name="T7" fmla="*/ 91 h 168"/>
              <a:gd name="T8" fmla="*/ 201 w 350"/>
              <a:gd name="T9" fmla="*/ 86 h 168"/>
              <a:gd name="T10" fmla="*/ 200 w 350"/>
              <a:gd name="T11" fmla="*/ 82 h 168"/>
              <a:gd name="T12" fmla="*/ 203 w 350"/>
              <a:gd name="T13" fmla="*/ 73 h 168"/>
              <a:gd name="T14" fmla="*/ 203 w 350"/>
              <a:gd name="T15" fmla="*/ 73 h 168"/>
              <a:gd name="T16" fmla="*/ 205 w 350"/>
              <a:gd name="T17" fmla="*/ 72 h 168"/>
              <a:gd name="T18" fmla="*/ 234 w 350"/>
              <a:gd name="T19" fmla="*/ 71 h 168"/>
              <a:gd name="T20" fmla="*/ 266 w 350"/>
              <a:gd name="T21" fmla="*/ 85 h 168"/>
              <a:gd name="T22" fmla="*/ 222 w 350"/>
              <a:gd name="T23" fmla="*/ 48 h 168"/>
              <a:gd name="T24" fmla="*/ 179 w 350"/>
              <a:gd name="T25" fmla="*/ 73 h 168"/>
              <a:gd name="T26" fmla="*/ 178 w 350"/>
              <a:gd name="T27" fmla="*/ 76 h 168"/>
              <a:gd name="T28" fmla="*/ 122 w 350"/>
              <a:gd name="T29" fmla="*/ 60 h 168"/>
              <a:gd name="T30" fmla="*/ 178 w 350"/>
              <a:gd name="T31" fmla="*/ 41 h 168"/>
              <a:gd name="T32" fmla="*/ 153 w 350"/>
              <a:gd name="T33" fmla="*/ 0 h 168"/>
              <a:gd name="T34" fmla="*/ 97 w 350"/>
              <a:gd name="T35" fmla="*/ 2 h 168"/>
              <a:gd name="T36" fmla="*/ 72 w 350"/>
              <a:gd name="T37" fmla="*/ 73 h 168"/>
              <a:gd name="T38" fmla="*/ 25 w 350"/>
              <a:gd name="T39" fmla="*/ 73 h 168"/>
              <a:gd name="T40" fmla="*/ 0 w 350"/>
              <a:gd name="T41" fmla="*/ 2 h 168"/>
              <a:gd name="T42" fmla="*/ 48 w 350"/>
              <a:gd name="T43" fmla="*/ 119 h 168"/>
              <a:gd name="T44" fmla="*/ 97 w 350"/>
              <a:gd name="T45" fmla="*/ 64 h 168"/>
              <a:gd name="T46" fmla="*/ 187 w 350"/>
              <a:gd name="T47" fmla="*/ 107 h 168"/>
              <a:gd name="T48" fmla="*/ 214 w 350"/>
              <a:gd name="T49" fmla="*/ 117 h 168"/>
              <a:gd name="T50" fmla="*/ 242 w 350"/>
              <a:gd name="T51" fmla="*/ 125 h 168"/>
              <a:gd name="T52" fmla="*/ 237 w 350"/>
              <a:gd name="T53" fmla="*/ 147 h 168"/>
              <a:gd name="T54" fmla="*/ 203 w 350"/>
              <a:gd name="T55" fmla="*/ 141 h 168"/>
              <a:gd name="T56" fmla="*/ 176 w 350"/>
              <a:gd name="T57" fmla="*/ 130 h 168"/>
              <a:gd name="T58" fmla="*/ 224 w 350"/>
              <a:gd name="T59" fmla="*/ 168 h 168"/>
              <a:gd name="T60" fmla="*/ 270 w 350"/>
              <a:gd name="T61" fmla="*/ 134 h 168"/>
              <a:gd name="T62" fmla="*/ 295 w 350"/>
              <a:gd name="T63" fmla="*/ 166 h 168"/>
              <a:gd name="T64" fmla="*/ 343 w 350"/>
              <a:gd name="T65" fmla="*/ 119 h 168"/>
              <a:gd name="T66" fmla="*/ 295 w 350"/>
              <a:gd name="T67" fmla="*/ 99 h 168"/>
              <a:gd name="T68" fmla="*/ 350 w 350"/>
              <a:gd name="T69" fmla="*/ 73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50" h="168">
                <a:moveTo>
                  <a:pt x="350" y="73"/>
                </a:moveTo>
                <a:cubicBezTo>
                  <a:pt x="350" y="52"/>
                  <a:pt x="350" y="52"/>
                  <a:pt x="350" y="52"/>
                </a:cubicBezTo>
                <a:cubicBezTo>
                  <a:pt x="270" y="52"/>
                  <a:pt x="270" y="52"/>
                  <a:pt x="270" y="52"/>
                </a:cubicBezTo>
                <a:cubicBezTo>
                  <a:pt x="270" y="130"/>
                  <a:pt x="270" y="130"/>
                  <a:pt x="270" y="130"/>
                </a:cubicBezTo>
                <a:cubicBezTo>
                  <a:pt x="269" y="121"/>
                  <a:pt x="266" y="114"/>
                  <a:pt x="260" y="109"/>
                </a:cubicBezTo>
                <a:cubicBezTo>
                  <a:pt x="255" y="105"/>
                  <a:pt x="249" y="102"/>
                  <a:pt x="240" y="100"/>
                </a:cubicBezTo>
                <a:cubicBezTo>
                  <a:pt x="220" y="96"/>
                  <a:pt x="220" y="96"/>
                  <a:pt x="220" y="96"/>
                </a:cubicBezTo>
                <a:cubicBezTo>
                  <a:pt x="213" y="94"/>
                  <a:pt x="208" y="92"/>
                  <a:pt x="205" y="91"/>
                </a:cubicBezTo>
                <a:cubicBezTo>
                  <a:pt x="203" y="90"/>
                  <a:pt x="201" y="88"/>
                  <a:pt x="201" y="86"/>
                </a:cubicBezTo>
                <a:cubicBezTo>
                  <a:pt x="201" y="86"/>
                  <a:pt x="201" y="86"/>
                  <a:pt x="201" y="86"/>
                </a:cubicBezTo>
                <a:cubicBezTo>
                  <a:pt x="201" y="86"/>
                  <a:pt x="201" y="86"/>
                  <a:pt x="201" y="86"/>
                </a:cubicBezTo>
                <a:cubicBezTo>
                  <a:pt x="200" y="85"/>
                  <a:pt x="200" y="83"/>
                  <a:pt x="200" y="82"/>
                </a:cubicBezTo>
                <a:cubicBezTo>
                  <a:pt x="200" y="78"/>
                  <a:pt x="201" y="75"/>
                  <a:pt x="203" y="73"/>
                </a:cubicBezTo>
                <a:cubicBezTo>
                  <a:pt x="203" y="73"/>
                  <a:pt x="203" y="73"/>
                  <a:pt x="203" y="73"/>
                </a:cubicBezTo>
                <a:cubicBezTo>
                  <a:pt x="203" y="73"/>
                  <a:pt x="203" y="73"/>
                  <a:pt x="203" y="73"/>
                </a:cubicBezTo>
                <a:cubicBezTo>
                  <a:pt x="203" y="73"/>
                  <a:pt x="203" y="73"/>
                  <a:pt x="203" y="73"/>
                </a:cubicBezTo>
                <a:cubicBezTo>
                  <a:pt x="203" y="73"/>
                  <a:pt x="203" y="73"/>
                  <a:pt x="203" y="73"/>
                </a:cubicBezTo>
                <a:cubicBezTo>
                  <a:pt x="204" y="72"/>
                  <a:pt x="205" y="72"/>
                  <a:pt x="205" y="72"/>
                </a:cubicBezTo>
                <a:cubicBezTo>
                  <a:pt x="209" y="69"/>
                  <a:pt x="214" y="68"/>
                  <a:pt x="220" y="68"/>
                </a:cubicBezTo>
                <a:cubicBezTo>
                  <a:pt x="226" y="68"/>
                  <a:pt x="231" y="69"/>
                  <a:pt x="234" y="71"/>
                </a:cubicBezTo>
                <a:cubicBezTo>
                  <a:pt x="240" y="74"/>
                  <a:pt x="243" y="78"/>
                  <a:pt x="243" y="85"/>
                </a:cubicBezTo>
                <a:cubicBezTo>
                  <a:pt x="266" y="85"/>
                  <a:pt x="266" y="85"/>
                  <a:pt x="266" y="85"/>
                </a:cubicBezTo>
                <a:cubicBezTo>
                  <a:pt x="266" y="73"/>
                  <a:pt x="261" y="64"/>
                  <a:pt x="253" y="58"/>
                </a:cubicBezTo>
                <a:cubicBezTo>
                  <a:pt x="244" y="51"/>
                  <a:pt x="234" y="48"/>
                  <a:pt x="222" y="48"/>
                </a:cubicBezTo>
                <a:cubicBezTo>
                  <a:pt x="207" y="48"/>
                  <a:pt x="196" y="52"/>
                  <a:pt x="189" y="58"/>
                </a:cubicBezTo>
                <a:cubicBezTo>
                  <a:pt x="184" y="62"/>
                  <a:pt x="181" y="67"/>
                  <a:pt x="179" y="73"/>
                </a:cubicBezTo>
                <a:cubicBezTo>
                  <a:pt x="179" y="73"/>
                  <a:pt x="179" y="73"/>
                  <a:pt x="179" y="73"/>
                </a:cubicBezTo>
                <a:cubicBezTo>
                  <a:pt x="179" y="74"/>
                  <a:pt x="179" y="75"/>
                  <a:pt x="178" y="76"/>
                </a:cubicBezTo>
                <a:cubicBezTo>
                  <a:pt x="176" y="89"/>
                  <a:pt x="167" y="98"/>
                  <a:pt x="153" y="98"/>
                </a:cubicBezTo>
                <a:cubicBezTo>
                  <a:pt x="131" y="98"/>
                  <a:pt x="122" y="79"/>
                  <a:pt x="122" y="60"/>
                </a:cubicBezTo>
                <a:cubicBezTo>
                  <a:pt x="122" y="40"/>
                  <a:pt x="131" y="21"/>
                  <a:pt x="153" y="21"/>
                </a:cubicBezTo>
                <a:cubicBezTo>
                  <a:pt x="166" y="21"/>
                  <a:pt x="176" y="29"/>
                  <a:pt x="178" y="41"/>
                </a:cubicBezTo>
                <a:cubicBezTo>
                  <a:pt x="202" y="41"/>
                  <a:pt x="202" y="41"/>
                  <a:pt x="202" y="41"/>
                </a:cubicBezTo>
                <a:cubicBezTo>
                  <a:pt x="199" y="14"/>
                  <a:pt x="178" y="0"/>
                  <a:pt x="153" y="0"/>
                </a:cubicBezTo>
                <a:cubicBezTo>
                  <a:pt x="119" y="0"/>
                  <a:pt x="99" y="24"/>
                  <a:pt x="97" y="55"/>
                </a:cubicBezTo>
                <a:cubicBezTo>
                  <a:pt x="97" y="2"/>
                  <a:pt x="97" y="2"/>
                  <a:pt x="97" y="2"/>
                </a:cubicBezTo>
                <a:cubicBezTo>
                  <a:pt x="72" y="2"/>
                  <a:pt x="72" y="2"/>
                  <a:pt x="72" y="2"/>
                </a:cubicBezTo>
                <a:cubicBezTo>
                  <a:pt x="72" y="73"/>
                  <a:pt x="72" y="73"/>
                  <a:pt x="72" y="73"/>
                </a:cubicBezTo>
                <a:cubicBezTo>
                  <a:pt x="72" y="90"/>
                  <a:pt x="66" y="98"/>
                  <a:pt x="48" y="98"/>
                </a:cubicBezTo>
                <a:cubicBezTo>
                  <a:pt x="28" y="98"/>
                  <a:pt x="25" y="86"/>
                  <a:pt x="25" y="73"/>
                </a:cubicBezTo>
                <a:cubicBezTo>
                  <a:pt x="25" y="2"/>
                  <a:pt x="25" y="2"/>
                  <a:pt x="25" y="2"/>
                </a:cubicBezTo>
                <a:cubicBezTo>
                  <a:pt x="0" y="2"/>
                  <a:pt x="0" y="2"/>
                  <a:pt x="0" y="2"/>
                </a:cubicBezTo>
                <a:cubicBezTo>
                  <a:pt x="0" y="73"/>
                  <a:pt x="0" y="73"/>
                  <a:pt x="0" y="73"/>
                </a:cubicBezTo>
                <a:cubicBezTo>
                  <a:pt x="0" y="104"/>
                  <a:pt x="18" y="119"/>
                  <a:pt x="48" y="119"/>
                </a:cubicBezTo>
                <a:cubicBezTo>
                  <a:pt x="79" y="119"/>
                  <a:pt x="97" y="104"/>
                  <a:pt x="97" y="73"/>
                </a:cubicBezTo>
                <a:cubicBezTo>
                  <a:pt x="97" y="64"/>
                  <a:pt x="97" y="64"/>
                  <a:pt x="97" y="64"/>
                </a:cubicBezTo>
                <a:cubicBezTo>
                  <a:pt x="99" y="95"/>
                  <a:pt x="119" y="119"/>
                  <a:pt x="153" y="119"/>
                </a:cubicBezTo>
                <a:cubicBezTo>
                  <a:pt x="167" y="119"/>
                  <a:pt x="179" y="115"/>
                  <a:pt x="187" y="107"/>
                </a:cubicBezTo>
                <a:cubicBezTo>
                  <a:pt x="188" y="107"/>
                  <a:pt x="189" y="108"/>
                  <a:pt x="189" y="108"/>
                </a:cubicBezTo>
                <a:cubicBezTo>
                  <a:pt x="194" y="111"/>
                  <a:pt x="202" y="114"/>
                  <a:pt x="214" y="117"/>
                </a:cubicBezTo>
                <a:cubicBezTo>
                  <a:pt x="226" y="119"/>
                  <a:pt x="226" y="119"/>
                  <a:pt x="226" y="119"/>
                </a:cubicBezTo>
                <a:cubicBezTo>
                  <a:pt x="234" y="121"/>
                  <a:pt x="239" y="123"/>
                  <a:pt x="242" y="125"/>
                </a:cubicBezTo>
                <a:cubicBezTo>
                  <a:pt x="245" y="127"/>
                  <a:pt x="247" y="130"/>
                  <a:pt x="247" y="133"/>
                </a:cubicBezTo>
                <a:cubicBezTo>
                  <a:pt x="247" y="140"/>
                  <a:pt x="244" y="144"/>
                  <a:pt x="237" y="147"/>
                </a:cubicBezTo>
                <a:cubicBezTo>
                  <a:pt x="233" y="148"/>
                  <a:pt x="229" y="148"/>
                  <a:pt x="223" y="148"/>
                </a:cubicBezTo>
                <a:cubicBezTo>
                  <a:pt x="213" y="148"/>
                  <a:pt x="207" y="146"/>
                  <a:pt x="203" y="141"/>
                </a:cubicBezTo>
                <a:cubicBezTo>
                  <a:pt x="201" y="139"/>
                  <a:pt x="199" y="135"/>
                  <a:pt x="198" y="130"/>
                </a:cubicBezTo>
                <a:cubicBezTo>
                  <a:pt x="176" y="130"/>
                  <a:pt x="176" y="130"/>
                  <a:pt x="176" y="130"/>
                </a:cubicBezTo>
                <a:cubicBezTo>
                  <a:pt x="176" y="142"/>
                  <a:pt x="180" y="151"/>
                  <a:pt x="189" y="158"/>
                </a:cubicBezTo>
                <a:cubicBezTo>
                  <a:pt x="197" y="164"/>
                  <a:pt x="209" y="168"/>
                  <a:pt x="224" y="168"/>
                </a:cubicBezTo>
                <a:cubicBezTo>
                  <a:pt x="239" y="168"/>
                  <a:pt x="250" y="164"/>
                  <a:pt x="258" y="158"/>
                </a:cubicBezTo>
                <a:cubicBezTo>
                  <a:pt x="265" y="151"/>
                  <a:pt x="269" y="143"/>
                  <a:pt x="270" y="134"/>
                </a:cubicBezTo>
                <a:cubicBezTo>
                  <a:pt x="270" y="166"/>
                  <a:pt x="270" y="166"/>
                  <a:pt x="270" y="166"/>
                </a:cubicBezTo>
                <a:cubicBezTo>
                  <a:pt x="295" y="166"/>
                  <a:pt x="295" y="166"/>
                  <a:pt x="295" y="166"/>
                </a:cubicBezTo>
                <a:cubicBezTo>
                  <a:pt x="295" y="119"/>
                  <a:pt x="295" y="119"/>
                  <a:pt x="295" y="119"/>
                </a:cubicBezTo>
                <a:cubicBezTo>
                  <a:pt x="343" y="119"/>
                  <a:pt x="343" y="119"/>
                  <a:pt x="343" y="119"/>
                </a:cubicBezTo>
                <a:cubicBezTo>
                  <a:pt x="343" y="99"/>
                  <a:pt x="343" y="99"/>
                  <a:pt x="343" y="99"/>
                </a:cubicBezTo>
                <a:cubicBezTo>
                  <a:pt x="295" y="99"/>
                  <a:pt x="295" y="99"/>
                  <a:pt x="295" y="99"/>
                </a:cubicBezTo>
                <a:cubicBezTo>
                  <a:pt x="295" y="73"/>
                  <a:pt x="295" y="73"/>
                  <a:pt x="295" y="73"/>
                </a:cubicBezTo>
                <a:lnTo>
                  <a:pt x="350" y="73"/>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1800" b="0" i="0" dirty="0">
              <a:latin typeface="Arial" panose="020B0604020202020204" pitchFamily="34" charset="0"/>
            </a:endParaRPr>
          </a:p>
        </p:txBody>
      </p:sp>
    </p:spTree>
    <p:extLst>
      <p:ext uri="{BB962C8B-B14F-4D97-AF65-F5344CB8AC3E}">
        <p14:creationId xmlns:p14="http://schemas.microsoft.com/office/powerpoint/2010/main" val="1203051825"/>
      </p:ext>
    </p:extLst>
  </p:cSld>
  <p:clrMap bg1="lt1" tx1="dk1" bg2="lt2" tx2="dk2" accent1="accent1" accent2="accent2" accent3="accent3" accent4="accent4" accent5="accent5" accent6="accent6" hlink="hlink" folHlink="folHlink"/>
  <p:sldLayoutIdLst>
    <p:sldLayoutId id="2147483979" r:id="rId1"/>
    <p:sldLayoutId id="2147483980" r:id="rId2"/>
    <p:sldLayoutId id="2147483981" r:id="rId3"/>
    <p:sldLayoutId id="2147483984" r:id="rId4"/>
    <p:sldLayoutId id="2147483982" r:id="rId5"/>
    <p:sldLayoutId id="2147483986" r:id="rId6"/>
    <p:sldLayoutId id="2147483987" r:id="rId7"/>
    <p:sldLayoutId id="2147483988" r:id="rId8"/>
    <p:sldLayoutId id="2147483989" r:id="rId9"/>
    <p:sldLayoutId id="2147483990" r:id="rId10"/>
    <p:sldLayoutId id="2147483991" r:id="rId11"/>
    <p:sldLayoutId id="2147483992" r:id="rId12"/>
    <p:sldLayoutId id="2147483993" r:id="rId13"/>
    <p:sldLayoutId id="2147484042" r:id="rId14"/>
    <p:sldLayoutId id="2147483994" r:id="rId15"/>
    <p:sldLayoutId id="2147483995" r:id="rId16"/>
  </p:sldLayoutIdLst>
  <p:transition>
    <p:fade/>
  </p:transition>
  <p:hf hdr="0"/>
  <p:txStyles>
    <p:titleStyle>
      <a:lvl1pPr algn="l" defTabSz="914378" rtl="0" eaLnBrk="1" latinLnBrk="0" hangingPunct="1">
        <a:lnSpc>
          <a:spcPct val="85000"/>
        </a:lnSpc>
        <a:spcBef>
          <a:spcPct val="0"/>
        </a:spcBef>
        <a:buNone/>
        <a:defRPr lang="en-US" sz="3600" b="0" i="0" kern="1200" cap="none" spc="0" baseline="0" dirty="0" smtClean="0">
          <a:solidFill>
            <a:schemeClr val="tx1"/>
          </a:solidFill>
          <a:latin typeface="Garamond" panose="02020404030301010803" pitchFamily="18" charset="0"/>
          <a:ea typeface="Helvetica Neue" panose="02000503000000020004" pitchFamily="2" charset="0"/>
          <a:cs typeface="Arial" panose="020B0604020202020204" pitchFamily="34" charset="0"/>
        </a:defRPr>
      </a:lvl1pPr>
    </p:titleStyle>
    <p:bodyStyle>
      <a:lvl1pPr marL="233357" indent="-233357" algn="l" defTabSz="640064" rtl="0" eaLnBrk="1" latinLnBrk="0" hangingPunct="1">
        <a:lnSpc>
          <a:spcPct val="100000"/>
        </a:lnSpc>
        <a:spcBef>
          <a:spcPts val="0"/>
        </a:spcBef>
        <a:spcAft>
          <a:spcPts val="600"/>
        </a:spcAft>
        <a:buClr>
          <a:schemeClr val="accent1"/>
        </a:buClr>
        <a:buSzPct val="80000"/>
        <a:buFont typeface="Wingdings" charset="2"/>
        <a:buChar char="§"/>
        <a:tabLst/>
        <a:defRPr lang="en-US" sz="2200" b="0" i="0" kern="1200" dirty="0" smtClean="0">
          <a:solidFill>
            <a:schemeClr val="tx1"/>
          </a:solidFill>
          <a:latin typeface="Arial" panose="020B0604020202020204" pitchFamily="34" charset="0"/>
          <a:ea typeface="Helvetica Neue" panose="02000503000000020004" pitchFamily="2" charset="0"/>
          <a:cs typeface="Arial" panose="020B0604020202020204" pitchFamily="34" charset="0"/>
        </a:defRPr>
      </a:lvl1pPr>
      <a:lvl2pPr marL="522275" indent="-227007" algn="l" defTabSz="640064" rtl="0" eaLnBrk="1" latinLnBrk="0" hangingPunct="1">
        <a:lnSpc>
          <a:spcPct val="100000"/>
        </a:lnSpc>
        <a:spcBef>
          <a:spcPts val="0"/>
        </a:spcBef>
        <a:spcAft>
          <a:spcPts val="600"/>
        </a:spcAft>
        <a:buClr>
          <a:schemeClr val="tx1"/>
        </a:buClr>
        <a:buSzPct val="100000"/>
        <a:buFont typeface=".AppleSystemUIFont" charset="0"/>
        <a:buChar char="-"/>
        <a:tabLst/>
        <a:defRPr lang="en-US" sz="2000" b="0" i="0" kern="1200" dirty="0" smtClean="0">
          <a:solidFill>
            <a:schemeClr val="tx1"/>
          </a:solidFill>
          <a:latin typeface="Arial" panose="020B0604020202020204" pitchFamily="34" charset="0"/>
          <a:ea typeface="Helvetica Neue" panose="02000503000000020004" pitchFamily="2" charset="0"/>
          <a:cs typeface="Arial" panose="020B0604020202020204" pitchFamily="34" charset="0"/>
        </a:defRPr>
      </a:lvl2pPr>
      <a:lvl3pPr marL="746106" indent="-166684" algn="l" defTabSz="640064" rtl="0" eaLnBrk="1" latinLnBrk="0" hangingPunct="1">
        <a:lnSpc>
          <a:spcPct val="100000"/>
        </a:lnSpc>
        <a:spcBef>
          <a:spcPts val="0"/>
        </a:spcBef>
        <a:spcAft>
          <a:spcPts val="600"/>
        </a:spcAft>
        <a:buClr>
          <a:schemeClr val="accent1"/>
        </a:buClr>
        <a:buSzPct val="80000"/>
        <a:buFont typeface="Wingdings" charset="2"/>
        <a:buChar char="§"/>
        <a:tabLst/>
        <a:defRPr lang="en-US" sz="1800" b="0" i="0" kern="1200" dirty="0" smtClean="0">
          <a:solidFill>
            <a:schemeClr val="tx1"/>
          </a:solidFill>
          <a:latin typeface="Arial" panose="020B0604020202020204" pitchFamily="34" charset="0"/>
          <a:ea typeface="Helvetica Neue" panose="02000503000000020004" pitchFamily="2" charset="0"/>
          <a:cs typeface="Arial" panose="020B0604020202020204" pitchFamily="34" charset="0"/>
        </a:defRPr>
      </a:lvl3pPr>
      <a:lvl4pPr marL="979463" indent="-173034" algn="l" defTabSz="640064" rtl="0" eaLnBrk="1" latinLnBrk="0" hangingPunct="1">
        <a:lnSpc>
          <a:spcPct val="100000"/>
        </a:lnSpc>
        <a:spcBef>
          <a:spcPts val="0"/>
        </a:spcBef>
        <a:spcAft>
          <a:spcPts val="600"/>
        </a:spcAft>
        <a:buClr>
          <a:schemeClr val="tx1"/>
        </a:buClr>
        <a:buSzPct val="100000"/>
        <a:buFont typeface=".AppleSystemUIFont" charset="0"/>
        <a:buChar char="-"/>
        <a:tabLst/>
        <a:defRPr lang="en-US" sz="1600" b="0" i="0" kern="1200" dirty="0" smtClean="0">
          <a:solidFill>
            <a:schemeClr val="tx1"/>
          </a:solidFill>
          <a:latin typeface="Arial" panose="020B0604020202020204" pitchFamily="34" charset="0"/>
          <a:ea typeface="Helvetica Neue" panose="02000503000000020004" pitchFamily="2" charset="0"/>
          <a:cs typeface="Arial" panose="020B0604020202020204" pitchFamily="34" charset="0"/>
        </a:defRPr>
      </a:lvl4pPr>
      <a:lvl5pPr marL="1312830" indent="-227007" algn="l" defTabSz="640064" rtl="0" eaLnBrk="1" latinLnBrk="0" hangingPunct="1">
        <a:lnSpc>
          <a:spcPct val="100000"/>
        </a:lnSpc>
        <a:spcBef>
          <a:spcPts val="0"/>
        </a:spcBef>
        <a:spcAft>
          <a:spcPts val="1000"/>
        </a:spcAft>
        <a:buClr>
          <a:schemeClr val="accent1"/>
        </a:buClr>
        <a:buSzPct val="80000"/>
        <a:buFont typeface="Wingdings" charset="2"/>
        <a:buChar char="§"/>
        <a:defRPr lang="en-US" sz="1400" b="0" kern="1200" dirty="0">
          <a:solidFill>
            <a:schemeClr val="tx1"/>
          </a:solidFill>
          <a:latin typeface="+mn-lt"/>
          <a:ea typeface="+mn-ea"/>
          <a:cs typeface="+mn-cs"/>
        </a:defRPr>
      </a:lvl5pPr>
      <a:lvl6pPr marL="2514537" indent="-228594" algn="l" defTabSz="914378"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8"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5" indent="-228594" algn="l" defTabSz="914378"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8"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78" rtl="0" eaLnBrk="1" latinLnBrk="0" hangingPunct="1">
        <a:defRPr sz="1800" kern="1200">
          <a:solidFill>
            <a:schemeClr val="tx1"/>
          </a:solidFill>
          <a:latin typeface="+mn-lt"/>
          <a:ea typeface="+mn-ea"/>
          <a:cs typeface="+mn-cs"/>
        </a:defRPr>
      </a:lvl1pPr>
      <a:lvl2pPr marL="457189" algn="l" defTabSz="914378" rtl="0" eaLnBrk="1" latinLnBrk="0" hangingPunct="1">
        <a:defRPr sz="1800" kern="1200">
          <a:solidFill>
            <a:schemeClr val="tx1"/>
          </a:solidFill>
          <a:latin typeface="+mn-lt"/>
          <a:ea typeface="+mn-ea"/>
          <a:cs typeface="+mn-cs"/>
        </a:defRPr>
      </a:lvl2pPr>
      <a:lvl3pPr marL="914378" algn="l" defTabSz="914378" rtl="0" eaLnBrk="1" latinLnBrk="0" hangingPunct="1">
        <a:defRPr sz="1800" kern="1200">
          <a:solidFill>
            <a:schemeClr val="tx1"/>
          </a:solidFill>
          <a:latin typeface="+mn-lt"/>
          <a:ea typeface="+mn-ea"/>
          <a:cs typeface="+mn-cs"/>
        </a:defRPr>
      </a:lvl3pPr>
      <a:lvl4pPr marL="1371566" algn="l" defTabSz="914378" rtl="0" eaLnBrk="1" latinLnBrk="0" hangingPunct="1">
        <a:defRPr sz="1800" kern="1200">
          <a:solidFill>
            <a:schemeClr val="tx1"/>
          </a:solidFill>
          <a:latin typeface="+mn-lt"/>
          <a:ea typeface="+mn-ea"/>
          <a:cs typeface="+mn-cs"/>
        </a:defRPr>
      </a:lvl4pPr>
      <a:lvl5pPr marL="1828754" algn="l" defTabSz="914378" rtl="0" eaLnBrk="1" latinLnBrk="0" hangingPunct="1">
        <a:defRPr sz="1800" kern="1200">
          <a:solidFill>
            <a:schemeClr val="tx1"/>
          </a:solidFill>
          <a:latin typeface="+mn-lt"/>
          <a:ea typeface="+mn-ea"/>
          <a:cs typeface="+mn-cs"/>
        </a:defRPr>
      </a:lvl5pPr>
      <a:lvl6pPr marL="2285943" algn="l" defTabSz="914378" rtl="0" eaLnBrk="1" latinLnBrk="0" hangingPunct="1">
        <a:defRPr sz="1800" kern="1200">
          <a:solidFill>
            <a:schemeClr val="tx1"/>
          </a:solidFill>
          <a:latin typeface="+mn-lt"/>
          <a:ea typeface="+mn-ea"/>
          <a:cs typeface="+mn-cs"/>
        </a:defRPr>
      </a:lvl6pPr>
      <a:lvl7pPr marL="2743132" algn="l" defTabSz="914378" rtl="0" eaLnBrk="1" latinLnBrk="0" hangingPunct="1">
        <a:defRPr sz="1800" kern="1200">
          <a:solidFill>
            <a:schemeClr val="tx1"/>
          </a:solidFill>
          <a:latin typeface="+mn-lt"/>
          <a:ea typeface="+mn-ea"/>
          <a:cs typeface="+mn-cs"/>
        </a:defRPr>
      </a:lvl7pPr>
      <a:lvl8pPr marL="3200320" algn="l" defTabSz="914378" rtl="0" eaLnBrk="1" latinLnBrk="0" hangingPunct="1">
        <a:defRPr sz="1800" kern="1200">
          <a:solidFill>
            <a:schemeClr val="tx1"/>
          </a:solidFill>
          <a:latin typeface="+mn-lt"/>
          <a:ea typeface="+mn-ea"/>
          <a:cs typeface="+mn-cs"/>
        </a:defRPr>
      </a:lvl8pPr>
      <a:lvl9pPr marL="3657509" algn="l" defTabSz="914378"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1" name="Footer Placeholder 5"/>
          <p:cNvSpPr>
            <a:spLocks noGrp="1"/>
          </p:cNvSpPr>
          <p:nvPr>
            <p:ph type="ftr" sz="quarter" idx="3"/>
          </p:nvPr>
        </p:nvSpPr>
        <p:spPr>
          <a:xfrm>
            <a:off x="548152" y="4852597"/>
            <a:ext cx="4310907" cy="103485"/>
          </a:xfrm>
          <a:prstGeom prst="rect">
            <a:avLst/>
          </a:prstGeom>
        </p:spPr>
        <p:txBody>
          <a:bodyPr vert="horz" wrap="square" lIns="0" tIns="0" rIns="0" bIns="0" rtlCol="0" anchor="b" anchorCtr="0"/>
          <a:lstStyle>
            <a:lvl1pPr algn="l">
              <a:defRPr sz="700" b="0" i="0">
                <a:solidFill>
                  <a:schemeClr val="tx1"/>
                </a:solidFill>
                <a:latin typeface="Arial" panose="020B0604020202020204" pitchFamily="34" charset="0"/>
                <a:ea typeface="Helvetica Neue" panose="02000503000000020004" pitchFamily="2" charset="0"/>
                <a:cs typeface="Arial" panose="020B0604020202020204" pitchFamily="34" charset="0"/>
              </a:defRPr>
            </a:lvl1pPr>
          </a:lstStyle>
          <a:p>
            <a:r>
              <a:rPr lang="en-US"/>
              <a:t>Presentation Title</a:t>
            </a:r>
            <a:endParaRPr lang="en-US" dirty="0"/>
          </a:p>
        </p:txBody>
      </p:sp>
      <p:sp>
        <p:nvSpPr>
          <p:cNvPr id="12" name="Slide Number Placeholder 6"/>
          <p:cNvSpPr>
            <a:spLocks noGrp="1"/>
          </p:cNvSpPr>
          <p:nvPr>
            <p:ph type="sldNum" sz="quarter" idx="4"/>
          </p:nvPr>
        </p:nvSpPr>
        <p:spPr>
          <a:xfrm>
            <a:off x="272107" y="4840129"/>
            <a:ext cx="246061" cy="116425"/>
          </a:xfrm>
          <a:prstGeom prst="rect">
            <a:avLst/>
          </a:prstGeom>
        </p:spPr>
        <p:txBody>
          <a:bodyPr vert="horz" wrap="square" lIns="0" tIns="0" rIns="0" bIns="0" rtlCol="0" anchor="b" anchorCtr="0"/>
          <a:lstStyle>
            <a:lvl1pPr algn="l">
              <a:defRPr sz="700" b="0" i="0">
                <a:solidFill>
                  <a:schemeClr val="tx1"/>
                </a:solidFill>
                <a:latin typeface="Arial" panose="020B0604020202020204" pitchFamily="34" charset="0"/>
                <a:ea typeface="Helvetica Neue" panose="02000503000000020004" pitchFamily="2" charset="0"/>
                <a:cs typeface="Arial" panose="020B0604020202020204" pitchFamily="34" charset="0"/>
              </a:defRPr>
            </a:lvl1pPr>
          </a:lstStyle>
          <a:p>
            <a:fld id="{7BCC8D0D-EAEC-449D-9161-023DFF90F2E2}" type="slidenum">
              <a:rPr lang="en-US" smtClean="0"/>
              <a:pPr/>
              <a:t>‹#›</a:t>
            </a:fld>
            <a:endParaRPr lang="en-US" dirty="0"/>
          </a:p>
        </p:txBody>
      </p:sp>
      <p:cxnSp>
        <p:nvCxnSpPr>
          <p:cNvPr id="36" name="Straight Connector 35"/>
          <p:cNvCxnSpPr/>
          <p:nvPr/>
        </p:nvCxnSpPr>
        <p:spPr>
          <a:xfrm>
            <a:off x="365125" y="4687560"/>
            <a:ext cx="8413750" cy="0"/>
          </a:xfrm>
          <a:prstGeom prst="line">
            <a:avLst/>
          </a:prstGeom>
          <a:noFill/>
          <a:ln w="3175" cap="flat">
            <a:solidFill>
              <a:srgbClr val="052049"/>
            </a:solidFill>
            <a:prstDash val="solid"/>
            <a:miter lim="800000"/>
            <a:headEnd/>
            <a:tailEnd/>
          </a:ln>
          <a:extLst>
            <a:ext uri="{909E8E84-426E-40DD-AFC4-6F175D3DCCD1}">
              <a14:hiddenFill xmlns:a14="http://schemas.microsoft.com/office/drawing/2010/main">
                <a:noFill/>
              </a14:hiddenFill>
            </a:ext>
          </a:extLst>
        </p:spPr>
      </p:cxnSp>
      <p:cxnSp>
        <p:nvCxnSpPr>
          <p:cNvPr id="9" name="Straight Connector 8"/>
          <p:cNvCxnSpPr/>
          <p:nvPr userDrawn="1"/>
        </p:nvCxnSpPr>
        <p:spPr>
          <a:xfrm>
            <a:off x="277813" y="4687560"/>
            <a:ext cx="8595360" cy="0"/>
          </a:xfrm>
          <a:prstGeom prst="line">
            <a:avLst/>
          </a:prstGeom>
          <a:noFill/>
          <a:ln w="3175" cap="flat">
            <a:solidFill>
              <a:schemeClr val="tx1"/>
            </a:solidFill>
            <a:prstDash val="solid"/>
            <a:miter lim="800000"/>
            <a:headEnd/>
            <a:tailEnd/>
          </a:ln>
          <a:extLst>
            <a:ext uri="{909E8E84-426E-40DD-AFC4-6F175D3DCCD1}">
              <a14:hiddenFill xmlns:a14="http://schemas.microsoft.com/office/drawing/2010/main">
                <a:noFill/>
              </a14:hiddenFill>
            </a:ext>
          </a:extLst>
        </p:spPr>
      </p:cxnSp>
      <p:sp>
        <p:nvSpPr>
          <p:cNvPr id="13" name="Freeform 77"/>
          <p:cNvSpPr>
            <a:spLocks/>
          </p:cNvSpPr>
          <p:nvPr userDrawn="1"/>
        </p:nvSpPr>
        <p:spPr bwMode="auto">
          <a:xfrm>
            <a:off x="8393113" y="4800601"/>
            <a:ext cx="481012" cy="231074"/>
          </a:xfrm>
          <a:custGeom>
            <a:avLst/>
            <a:gdLst>
              <a:gd name="T0" fmla="*/ 350 w 350"/>
              <a:gd name="T1" fmla="*/ 52 h 168"/>
              <a:gd name="T2" fmla="*/ 270 w 350"/>
              <a:gd name="T3" fmla="*/ 130 h 168"/>
              <a:gd name="T4" fmla="*/ 240 w 350"/>
              <a:gd name="T5" fmla="*/ 100 h 168"/>
              <a:gd name="T6" fmla="*/ 205 w 350"/>
              <a:gd name="T7" fmla="*/ 91 h 168"/>
              <a:gd name="T8" fmla="*/ 201 w 350"/>
              <a:gd name="T9" fmla="*/ 86 h 168"/>
              <a:gd name="T10" fmla="*/ 200 w 350"/>
              <a:gd name="T11" fmla="*/ 82 h 168"/>
              <a:gd name="T12" fmla="*/ 203 w 350"/>
              <a:gd name="T13" fmla="*/ 73 h 168"/>
              <a:gd name="T14" fmla="*/ 203 w 350"/>
              <a:gd name="T15" fmla="*/ 73 h 168"/>
              <a:gd name="T16" fmla="*/ 205 w 350"/>
              <a:gd name="T17" fmla="*/ 72 h 168"/>
              <a:gd name="T18" fmla="*/ 234 w 350"/>
              <a:gd name="T19" fmla="*/ 71 h 168"/>
              <a:gd name="T20" fmla="*/ 266 w 350"/>
              <a:gd name="T21" fmla="*/ 85 h 168"/>
              <a:gd name="T22" fmla="*/ 222 w 350"/>
              <a:gd name="T23" fmla="*/ 48 h 168"/>
              <a:gd name="T24" fmla="*/ 179 w 350"/>
              <a:gd name="T25" fmla="*/ 73 h 168"/>
              <a:gd name="T26" fmla="*/ 178 w 350"/>
              <a:gd name="T27" fmla="*/ 76 h 168"/>
              <a:gd name="T28" fmla="*/ 122 w 350"/>
              <a:gd name="T29" fmla="*/ 60 h 168"/>
              <a:gd name="T30" fmla="*/ 178 w 350"/>
              <a:gd name="T31" fmla="*/ 41 h 168"/>
              <a:gd name="T32" fmla="*/ 153 w 350"/>
              <a:gd name="T33" fmla="*/ 0 h 168"/>
              <a:gd name="T34" fmla="*/ 97 w 350"/>
              <a:gd name="T35" fmla="*/ 2 h 168"/>
              <a:gd name="T36" fmla="*/ 72 w 350"/>
              <a:gd name="T37" fmla="*/ 73 h 168"/>
              <a:gd name="T38" fmla="*/ 25 w 350"/>
              <a:gd name="T39" fmla="*/ 73 h 168"/>
              <a:gd name="T40" fmla="*/ 0 w 350"/>
              <a:gd name="T41" fmla="*/ 2 h 168"/>
              <a:gd name="T42" fmla="*/ 48 w 350"/>
              <a:gd name="T43" fmla="*/ 119 h 168"/>
              <a:gd name="T44" fmla="*/ 97 w 350"/>
              <a:gd name="T45" fmla="*/ 64 h 168"/>
              <a:gd name="T46" fmla="*/ 187 w 350"/>
              <a:gd name="T47" fmla="*/ 107 h 168"/>
              <a:gd name="T48" fmla="*/ 214 w 350"/>
              <a:gd name="T49" fmla="*/ 117 h 168"/>
              <a:gd name="T50" fmla="*/ 242 w 350"/>
              <a:gd name="T51" fmla="*/ 125 h 168"/>
              <a:gd name="T52" fmla="*/ 237 w 350"/>
              <a:gd name="T53" fmla="*/ 147 h 168"/>
              <a:gd name="T54" fmla="*/ 203 w 350"/>
              <a:gd name="T55" fmla="*/ 141 h 168"/>
              <a:gd name="T56" fmla="*/ 176 w 350"/>
              <a:gd name="T57" fmla="*/ 130 h 168"/>
              <a:gd name="T58" fmla="*/ 224 w 350"/>
              <a:gd name="T59" fmla="*/ 168 h 168"/>
              <a:gd name="T60" fmla="*/ 270 w 350"/>
              <a:gd name="T61" fmla="*/ 134 h 168"/>
              <a:gd name="T62" fmla="*/ 295 w 350"/>
              <a:gd name="T63" fmla="*/ 166 h 168"/>
              <a:gd name="T64" fmla="*/ 343 w 350"/>
              <a:gd name="T65" fmla="*/ 119 h 168"/>
              <a:gd name="T66" fmla="*/ 295 w 350"/>
              <a:gd name="T67" fmla="*/ 99 h 168"/>
              <a:gd name="T68" fmla="*/ 350 w 350"/>
              <a:gd name="T69" fmla="*/ 73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50" h="168">
                <a:moveTo>
                  <a:pt x="350" y="73"/>
                </a:moveTo>
                <a:cubicBezTo>
                  <a:pt x="350" y="52"/>
                  <a:pt x="350" y="52"/>
                  <a:pt x="350" y="52"/>
                </a:cubicBezTo>
                <a:cubicBezTo>
                  <a:pt x="270" y="52"/>
                  <a:pt x="270" y="52"/>
                  <a:pt x="270" y="52"/>
                </a:cubicBezTo>
                <a:cubicBezTo>
                  <a:pt x="270" y="130"/>
                  <a:pt x="270" y="130"/>
                  <a:pt x="270" y="130"/>
                </a:cubicBezTo>
                <a:cubicBezTo>
                  <a:pt x="269" y="121"/>
                  <a:pt x="266" y="114"/>
                  <a:pt x="260" y="109"/>
                </a:cubicBezTo>
                <a:cubicBezTo>
                  <a:pt x="255" y="105"/>
                  <a:pt x="249" y="102"/>
                  <a:pt x="240" y="100"/>
                </a:cubicBezTo>
                <a:cubicBezTo>
                  <a:pt x="220" y="96"/>
                  <a:pt x="220" y="96"/>
                  <a:pt x="220" y="96"/>
                </a:cubicBezTo>
                <a:cubicBezTo>
                  <a:pt x="213" y="94"/>
                  <a:pt x="208" y="92"/>
                  <a:pt x="205" y="91"/>
                </a:cubicBezTo>
                <a:cubicBezTo>
                  <a:pt x="203" y="90"/>
                  <a:pt x="201" y="88"/>
                  <a:pt x="201" y="86"/>
                </a:cubicBezTo>
                <a:cubicBezTo>
                  <a:pt x="201" y="86"/>
                  <a:pt x="201" y="86"/>
                  <a:pt x="201" y="86"/>
                </a:cubicBezTo>
                <a:cubicBezTo>
                  <a:pt x="201" y="86"/>
                  <a:pt x="201" y="86"/>
                  <a:pt x="201" y="86"/>
                </a:cubicBezTo>
                <a:cubicBezTo>
                  <a:pt x="200" y="85"/>
                  <a:pt x="200" y="83"/>
                  <a:pt x="200" y="82"/>
                </a:cubicBezTo>
                <a:cubicBezTo>
                  <a:pt x="200" y="78"/>
                  <a:pt x="201" y="75"/>
                  <a:pt x="203" y="73"/>
                </a:cubicBezTo>
                <a:cubicBezTo>
                  <a:pt x="203" y="73"/>
                  <a:pt x="203" y="73"/>
                  <a:pt x="203" y="73"/>
                </a:cubicBezTo>
                <a:cubicBezTo>
                  <a:pt x="203" y="73"/>
                  <a:pt x="203" y="73"/>
                  <a:pt x="203" y="73"/>
                </a:cubicBezTo>
                <a:cubicBezTo>
                  <a:pt x="203" y="73"/>
                  <a:pt x="203" y="73"/>
                  <a:pt x="203" y="73"/>
                </a:cubicBezTo>
                <a:cubicBezTo>
                  <a:pt x="203" y="73"/>
                  <a:pt x="203" y="73"/>
                  <a:pt x="203" y="73"/>
                </a:cubicBezTo>
                <a:cubicBezTo>
                  <a:pt x="204" y="72"/>
                  <a:pt x="205" y="72"/>
                  <a:pt x="205" y="72"/>
                </a:cubicBezTo>
                <a:cubicBezTo>
                  <a:pt x="209" y="69"/>
                  <a:pt x="214" y="68"/>
                  <a:pt x="220" y="68"/>
                </a:cubicBezTo>
                <a:cubicBezTo>
                  <a:pt x="226" y="68"/>
                  <a:pt x="231" y="69"/>
                  <a:pt x="234" y="71"/>
                </a:cubicBezTo>
                <a:cubicBezTo>
                  <a:pt x="240" y="74"/>
                  <a:pt x="243" y="78"/>
                  <a:pt x="243" y="85"/>
                </a:cubicBezTo>
                <a:cubicBezTo>
                  <a:pt x="266" y="85"/>
                  <a:pt x="266" y="85"/>
                  <a:pt x="266" y="85"/>
                </a:cubicBezTo>
                <a:cubicBezTo>
                  <a:pt x="266" y="73"/>
                  <a:pt x="261" y="64"/>
                  <a:pt x="253" y="58"/>
                </a:cubicBezTo>
                <a:cubicBezTo>
                  <a:pt x="244" y="51"/>
                  <a:pt x="234" y="48"/>
                  <a:pt x="222" y="48"/>
                </a:cubicBezTo>
                <a:cubicBezTo>
                  <a:pt x="207" y="48"/>
                  <a:pt x="196" y="52"/>
                  <a:pt x="189" y="58"/>
                </a:cubicBezTo>
                <a:cubicBezTo>
                  <a:pt x="184" y="62"/>
                  <a:pt x="181" y="67"/>
                  <a:pt x="179" y="73"/>
                </a:cubicBezTo>
                <a:cubicBezTo>
                  <a:pt x="179" y="73"/>
                  <a:pt x="179" y="73"/>
                  <a:pt x="179" y="73"/>
                </a:cubicBezTo>
                <a:cubicBezTo>
                  <a:pt x="179" y="74"/>
                  <a:pt x="179" y="75"/>
                  <a:pt x="178" y="76"/>
                </a:cubicBezTo>
                <a:cubicBezTo>
                  <a:pt x="176" y="89"/>
                  <a:pt x="167" y="98"/>
                  <a:pt x="153" y="98"/>
                </a:cubicBezTo>
                <a:cubicBezTo>
                  <a:pt x="131" y="98"/>
                  <a:pt x="122" y="79"/>
                  <a:pt x="122" y="60"/>
                </a:cubicBezTo>
                <a:cubicBezTo>
                  <a:pt x="122" y="40"/>
                  <a:pt x="131" y="21"/>
                  <a:pt x="153" y="21"/>
                </a:cubicBezTo>
                <a:cubicBezTo>
                  <a:pt x="166" y="21"/>
                  <a:pt x="176" y="29"/>
                  <a:pt x="178" y="41"/>
                </a:cubicBezTo>
                <a:cubicBezTo>
                  <a:pt x="202" y="41"/>
                  <a:pt x="202" y="41"/>
                  <a:pt x="202" y="41"/>
                </a:cubicBezTo>
                <a:cubicBezTo>
                  <a:pt x="199" y="14"/>
                  <a:pt x="178" y="0"/>
                  <a:pt x="153" y="0"/>
                </a:cubicBezTo>
                <a:cubicBezTo>
                  <a:pt x="119" y="0"/>
                  <a:pt x="99" y="24"/>
                  <a:pt x="97" y="55"/>
                </a:cubicBezTo>
                <a:cubicBezTo>
                  <a:pt x="97" y="2"/>
                  <a:pt x="97" y="2"/>
                  <a:pt x="97" y="2"/>
                </a:cubicBezTo>
                <a:cubicBezTo>
                  <a:pt x="72" y="2"/>
                  <a:pt x="72" y="2"/>
                  <a:pt x="72" y="2"/>
                </a:cubicBezTo>
                <a:cubicBezTo>
                  <a:pt x="72" y="73"/>
                  <a:pt x="72" y="73"/>
                  <a:pt x="72" y="73"/>
                </a:cubicBezTo>
                <a:cubicBezTo>
                  <a:pt x="72" y="90"/>
                  <a:pt x="66" y="98"/>
                  <a:pt x="48" y="98"/>
                </a:cubicBezTo>
                <a:cubicBezTo>
                  <a:pt x="28" y="98"/>
                  <a:pt x="25" y="86"/>
                  <a:pt x="25" y="73"/>
                </a:cubicBezTo>
                <a:cubicBezTo>
                  <a:pt x="25" y="2"/>
                  <a:pt x="25" y="2"/>
                  <a:pt x="25" y="2"/>
                </a:cubicBezTo>
                <a:cubicBezTo>
                  <a:pt x="0" y="2"/>
                  <a:pt x="0" y="2"/>
                  <a:pt x="0" y="2"/>
                </a:cubicBezTo>
                <a:cubicBezTo>
                  <a:pt x="0" y="73"/>
                  <a:pt x="0" y="73"/>
                  <a:pt x="0" y="73"/>
                </a:cubicBezTo>
                <a:cubicBezTo>
                  <a:pt x="0" y="104"/>
                  <a:pt x="18" y="119"/>
                  <a:pt x="48" y="119"/>
                </a:cubicBezTo>
                <a:cubicBezTo>
                  <a:pt x="79" y="119"/>
                  <a:pt x="97" y="104"/>
                  <a:pt x="97" y="73"/>
                </a:cubicBezTo>
                <a:cubicBezTo>
                  <a:pt x="97" y="64"/>
                  <a:pt x="97" y="64"/>
                  <a:pt x="97" y="64"/>
                </a:cubicBezTo>
                <a:cubicBezTo>
                  <a:pt x="99" y="95"/>
                  <a:pt x="119" y="119"/>
                  <a:pt x="153" y="119"/>
                </a:cubicBezTo>
                <a:cubicBezTo>
                  <a:pt x="167" y="119"/>
                  <a:pt x="179" y="115"/>
                  <a:pt x="187" y="107"/>
                </a:cubicBezTo>
                <a:cubicBezTo>
                  <a:pt x="188" y="107"/>
                  <a:pt x="189" y="108"/>
                  <a:pt x="189" y="108"/>
                </a:cubicBezTo>
                <a:cubicBezTo>
                  <a:pt x="194" y="111"/>
                  <a:pt x="202" y="114"/>
                  <a:pt x="214" y="117"/>
                </a:cubicBezTo>
                <a:cubicBezTo>
                  <a:pt x="226" y="119"/>
                  <a:pt x="226" y="119"/>
                  <a:pt x="226" y="119"/>
                </a:cubicBezTo>
                <a:cubicBezTo>
                  <a:pt x="234" y="121"/>
                  <a:pt x="239" y="123"/>
                  <a:pt x="242" y="125"/>
                </a:cubicBezTo>
                <a:cubicBezTo>
                  <a:pt x="245" y="127"/>
                  <a:pt x="247" y="130"/>
                  <a:pt x="247" y="133"/>
                </a:cubicBezTo>
                <a:cubicBezTo>
                  <a:pt x="247" y="140"/>
                  <a:pt x="244" y="144"/>
                  <a:pt x="237" y="147"/>
                </a:cubicBezTo>
                <a:cubicBezTo>
                  <a:pt x="233" y="148"/>
                  <a:pt x="229" y="148"/>
                  <a:pt x="223" y="148"/>
                </a:cubicBezTo>
                <a:cubicBezTo>
                  <a:pt x="213" y="148"/>
                  <a:pt x="207" y="146"/>
                  <a:pt x="203" y="141"/>
                </a:cubicBezTo>
                <a:cubicBezTo>
                  <a:pt x="201" y="139"/>
                  <a:pt x="199" y="135"/>
                  <a:pt x="198" y="130"/>
                </a:cubicBezTo>
                <a:cubicBezTo>
                  <a:pt x="176" y="130"/>
                  <a:pt x="176" y="130"/>
                  <a:pt x="176" y="130"/>
                </a:cubicBezTo>
                <a:cubicBezTo>
                  <a:pt x="176" y="142"/>
                  <a:pt x="180" y="151"/>
                  <a:pt x="189" y="158"/>
                </a:cubicBezTo>
                <a:cubicBezTo>
                  <a:pt x="197" y="164"/>
                  <a:pt x="209" y="168"/>
                  <a:pt x="224" y="168"/>
                </a:cubicBezTo>
                <a:cubicBezTo>
                  <a:pt x="239" y="168"/>
                  <a:pt x="250" y="164"/>
                  <a:pt x="258" y="158"/>
                </a:cubicBezTo>
                <a:cubicBezTo>
                  <a:pt x="265" y="151"/>
                  <a:pt x="269" y="143"/>
                  <a:pt x="270" y="134"/>
                </a:cubicBezTo>
                <a:cubicBezTo>
                  <a:pt x="270" y="166"/>
                  <a:pt x="270" y="166"/>
                  <a:pt x="270" y="166"/>
                </a:cubicBezTo>
                <a:cubicBezTo>
                  <a:pt x="295" y="166"/>
                  <a:pt x="295" y="166"/>
                  <a:pt x="295" y="166"/>
                </a:cubicBezTo>
                <a:cubicBezTo>
                  <a:pt x="295" y="119"/>
                  <a:pt x="295" y="119"/>
                  <a:pt x="295" y="119"/>
                </a:cubicBezTo>
                <a:cubicBezTo>
                  <a:pt x="343" y="119"/>
                  <a:pt x="343" y="119"/>
                  <a:pt x="343" y="119"/>
                </a:cubicBezTo>
                <a:cubicBezTo>
                  <a:pt x="343" y="99"/>
                  <a:pt x="343" y="99"/>
                  <a:pt x="343" y="99"/>
                </a:cubicBezTo>
                <a:cubicBezTo>
                  <a:pt x="295" y="99"/>
                  <a:pt x="295" y="99"/>
                  <a:pt x="295" y="99"/>
                </a:cubicBezTo>
                <a:cubicBezTo>
                  <a:pt x="295" y="73"/>
                  <a:pt x="295" y="73"/>
                  <a:pt x="295" y="73"/>
                </a:cubicBezTo>
                <a:lnTo>
                  <a:pt x="350" y="73"/>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1800" b="0" i="0" dirty="0">
              <a:latin typeface="Arial" panose="020B0604020202020204" pitchFamily="34" charset="0"/>
              <a:ea typeface="Helvetica Neue" panose="02000503000000020004" pitchFamily="2" charset="0"/>
              <a:cs typeface="Arial" panose="020B0604020202020204" pitchFamily="34" charset="0"/>
            </a:endParaRPr>
          </a:p>
        </p:txBody>
      </p:sp>
      <p:sp>
        <p:nvSpPr>
          <p:cNvPr id="10" name="Text Placeholder 3">
            <a:extLst>
              <a:ext uri="{FF2B5EF4-FFF2-40B4-BE49-F238E27FC236}">
                <a16:creationId xmlns:a16="http://schemas.microsoft.com/office/drawing/2014/main" id="{77A11AC4-0317-9648-9B11-2E4A9F79415E}"/>
              </a:ext>
            </a:extLst>
          </p:cNvPr>
          <p:cNvSpPr>
            <a:spLocks noGrp="1"/>
          </p:cNvSpPr>
          <p:nvPr>
            <p:ph type="body" idx="1"/>
          </p:nvPr>
        </p:nvSpPr>
        <p:spPr>
          <a:xfrm>
            <a:off x="459685" y="1401417"/>
            <a:ext cx="8137665" cy="2932045"/>
          </a:xfrm>
          <a:prstGeom prst="rect">
            <a:avLst/>
          </a:prstGeom>
        </p:spPr>
        <p:txBody>
          <a:bodyPr vert="horz" lIns="91440" tIns="45720" rIns="9144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4" name="Title Placeholder 1">
            <a:extLst>
              <a:ext uri="{FF2B5EF4-FFF2-40B4-BE49-F238E27FC236}">
                <a16:creationId xmlns:a16="http://schemas.microsoft.com/office/drawing/2014/main" id="{EEA57C94-8CEE-E147-BA04-64415375E2D2}"/>
              </a:ext>
            </a:extLst>
          </p:cNvPr>
          <p:cNvSpPr>
            <a:spLocks noGrp="1"/>
          </p:cNvSpPr>
          <p:nvPr>
            <p:ph type="title"/>
          </p:nvPr>
        </p:nvSpPr>
        <p:spPr>
          <a:xfrm>
            <a:off x="453585" y="318751"/>
            <a:ext cx="8173580" cy="458587"/>
          </a:xfrm>
          <a:prstGeom prst="rect">
            <a:avLst/>
          </a:prstGeom>
        </p:spPr>
        <p:txBody>
          <a:bodyPr vert="horz" wrap="square" lIns="91440" tIns="45720" rIns="91440" bIns="45720" rtlCol="0" anchor="t" anchorCtr="0">
            <a:noAutofit/>
          </a:bodyPr>
          <a:lstStyle/>
          <a:p>
            <a:r>
              <a:rPr lang="en-US" dirty="0"/>
              <a:t>Slide Title Here</a:t>
            </a:r>
          </a:p>
        </p:txBody>
      </p:sp>
    </p:spTree>
    <p:extLst>
      <p:ext uri="{BB962C8B-B14F-4D97-AF65-F5344CB8AC3E}">
        <p14:creationId xmlns:p14="http://schemas.microsoft.com/office/powerpoint/2010/main" val="1239549721"/>
      </p:ext>
    </p:extLst>
  </p:cSld>
  <p:clrMap bg1="lt1" tx1="dk1" bg2="lt2" tx2="dk2" accent1="accent1" accent2="accent2" accent3="accent3" accent4="accent4" accent5="accent5" accent6="accent6" hlink="hlink" folHlink="folHlink"/>
  <p:sldLayoutIdLst>
    <p:sldLayoutId id="2147484021" r:id="rId1"/>
    <p:sldLayoutId id="2147484022" r:id="rId2"/>
    <p:sldLayoutId id="2147484023" r:id="rId3"/>
    <p:sldLayoutId id="2147484024" r:id="rId4"/>
    <p:sldLayoutId id="2147484025" r:id="rId5"/>
    <p:sldLayoutId id="2147484026" r:id="rId6"/>
    <p:sldLayoutId id="2147484001" r:id="rId7"/>
    <p:sldLayoutId id="2147483944" r:id="rId8"/>
    <p:sldLayoutId id="2147483951" r:id="rId9"/>
    <p:sldLayoutId id="2147483953" r:id="rId10"/>
    <p:sldLayoutId id="2147484000" r:id="rId11"/>
    <p:sldLayoutId id="2147483950" r:id="rId12"/>
    <p:sldLayoutId id="2147483960" r:id="rId13"/>
    <p:sldLayoutId id="2147483961" r:id="rId14"/>
    <p:sldLayoutId id="2147483966" r:id="rId15"/>
    <p:sldLayoutId id="2147483967" r:id="rId16"/>
    <p:sldLayoutId id="2147483968" r:id="rId17"/>
    <p:sldLayoutId id="2147483969" r:id="rId18"/>
    <p:sldLayoutId id="2147483970" r:id="rId19"/>
    <p:sldLayoutId id="2147483971" r:id="rId20"/>
    <p:sldLayoutId id="2147484041" r:id="rId21"/>
    <p:sldLayoutId id="2147483954" r:id="rId22"/>
    <p:sldLayoutId id="2147483959" r:id="rId23"/>
    <p:sldLayoutId id="2147484038" r:id="rId24"/>
    <p:sldLayoutId id="2147484039" r:id="rId25"/>
    <p:sldLayoutId id="2147484040" r:id="rId26"/>
  </p:sldLayoutIdLst>
  <p:transition>
    <p:fade/>
  </p:transition>
  <p:hf hdr="0"/>
  <p:txStyles>
    <p:titleStyle>
      <a:lvl1pPr algn="l" defTabSz="914378" rtl="0" eaLnBrk="1" latinLnBrk="0" hangingPunct="1">
        <a:lnSpc>
          <a:spcPct val="85000"/>
        </a:lnSpc>
        <a:spcBef>
          <a:spcPct val="0"/>
        </a:spcBef>
        <a:buNone/>
        <a:defRPr lang="en-US" sz="3600" b="0" i="0" kern="1200" cap="none" spc="0" baseline="0" dirty="0" smtClean="0">
          <a:solidFill>
            <a:schemeClr val="tx1"/>
          </a:solidFill>
          <a:latin typeface="Garamond" panose="02020404030301010803" pitchFamily="18" charset="0"/>
          <a:ea typeface="Helvetica Neue" panose="02000503000000020004" pitchFamily="2" charset="0"/>
          <a:cs typeface="Arial" panose="020B0604020202020204" pitchFamily="34" charset="0"/>
        </a:defRPr>
      </a:lvl1pPr>
    </p:titleStyle>
    <p:bodyStyle>
      <a:lvl1pPr marL="233357" indent="-233357" algn="l" defTabSz="640064" rtl="0" eaLnBrk="1" latinLnBrk="0" hangingPunct="1">
        <a:lnSpc>
          <a:spcPct val="100000"/>
        </a:lnSpc>
        <a:spcBef>
          <a:spcPts val="0"/>
        </a:spcBef>
        <a:spcAft>
          <a:spcPts val="600"/>
        </a:spcAft>
        <a:buClr>
          <a:schemeClr val="accent1"/>
        </a:buClr>
        <a:buSzPct val="80000"/>
        <a:buFont typeface="Wingdings" charset="2"/>
        <a:buChar char="§"/>
        <a:tabLst/>
        <a:defRPr lang="en-US" sz="2200" b="0" i="0" kern="1200" dirty="0" smtClean="0">
          <a:solidFill>
            <a:schemeClr val="tx1"/>
          </a:solidFill>
          <a:latin typeface="Arial" panose="020B0604020202020204" pitchFamily="34" charset="0"/>
          <a:ea typeface="Helvetica Neue" panose="02000503000000020004" pitchFamily="2" charset="0"/>
          <a:cs typeface="Arial" panose="020B0604020202020204" pitchFamily="34" charset="0"/>
        </a:defRPr>
      </a:lvl1pPr>
      <a:lvl2pPr marL="522275" indent="-227007" algn="l" defTabSz="640064" rtl="0" eaLnBrk="1" latinLnBrk="0" hangingPunct="1">
        <a:lnSpc>
          <a:spcPct val="100000"/>
        </a:lnSpc>
        <a:spcBef>
          <a:spcPts val="0"/>
        </a:spcBef>
        <a:spcAft>
          <a:spcPts val="600"/>
        </a:spcAft>
        <a:buClr>
          <a:schemeClr val="tx2"/>
        </a:buClr>
        <a:buSzPct val="100000"/>
        <a:buFont typeface=".AppleSystemUIFont" charset="0"/>
        <a:buChar char="-"/>
        <a:tabLst/>
        <a:defRPr lang="en-US" sz="2000" b="0" i="0" kern="1200" dirty="0" smtClean="0">
          <a:solidFill>
            <a:schemeClr val="tx1"/>
          </a:solidFill>
          <a:latin typeface="Arial" panose="020B0604020202020204" pitchFamily="34" charset="0"/>
          <a:ea typeface="Helvetica Neue" panose="02000503000000020004" pitchFamily="2" charset="0"/>
          <a:cs typeface="Arial" panose="020B0604020202020204" pitchFamily="34" charset="0"/>
        </a:defRPr>
      </a:lvl2pPr>
      <a:lvl3pPr marL="746106" indent="-166684" algn="l" defTabSz="640064" rtl="0" eaLnBrk="1" latinLnBrk="0" hangingPunct="1">
        <a:lnSpc>
          <a:spcPct val="100000"/>
        </a:lnSpc>
        <a:spcBef>
          <a:spcPts val="0"/>
        </a:spcBef>
        <a:spcAft>
          <a:spcPts val="600"/>
        </a:spcAft>
        <a:buClr>
          <a:schemeClr val="accent1"/>
        </a:buClr>
        <a:buSzPct val="80000"/>
        <a:buFont typeface="Wingdings" charset="2"/>
        <a:buChar char="§"/>
        <a:tabLst/>
        <a:defRPr lang="en-US" sz="1800" b="0" i="0" kern="1200" dirty="0" smtClean="0">
          <a:solidFill>
            <a:schemeClr val="tx1"/>
          </a:solidFill>
          <a:latin typeface="Arial" panose="020B0604020202020204" pitchFamily="34" charset="0"/>
          <a:ea typeface="Helvetica Neue" panose="02000503000000020004" pitchFamily="2" charset="0"/>
          <a:cs typeface="Arial" panose="020B0604020202020204" pitchFamily="34" charset="0"/>
        </a:defRPr>
      </a:lvl3pPr>
      <a:lvl4pPr marL="979463" indent="-173034" algn="l" defTabSz="640064" rtl="0" eaLnBrk="1" latinLnBrk="0" hangingPunct="1">
        <a:lnSpc>
          <a:spcPct val="100000"/>
        </a:lnSpc>
        <a:spcBef>
          <a:spcPts val="0"/>
        </a:spcBef>
        <a:spcAft>
          <a:spcPts val="600"/>
        </a:spcAft>
        <a:buClr>
          <a:schemeClr val="tx2"/>
        </a:buClr>
        <a:buSzPct val="100000"/>
        <a:buFont typeface=".AppleSystemUIFont" charset="0"/>
        <a:buChar char="-"/>
        <a:tabLst/>
        <a:defRPr lang="en-US" sz="1600" b="0" i="0" kern="1200" dirty="0" smtClean="0">
          <a:solidFill>
            <a:schemeClr val="tx1"/>
          </a:solidFill>
          <a:latin typeface="Arial" panose="020B0604020202020204" pitchFamily="34" charset="0"/>
          <a:ea typeface="Helvetica Neue" panose="02000503000000020004" pitchFamily="2" charset="0"/>
          <a:cs typeface="Arial" panose="020B0604020202020204" pitchFamily="34" charset="0"/>
        </a:defRPr>
      </a:lvl4pPr>
      <a:lvl5pPr marL="1312830" indent="-227007" algn="l" defTabSz="640064" rtl="0" eaLnBrk="1" latinLnBrk="0" hangingPunct="1">
        <a:lnSpc>
          <a:spcPct val="200000"/>
        </a:lnSpc>
        <a:spcBef>
          <a:spcPts val="0"/>
        </a:spcBef>
        <a:buClr>
          <a:srgbClr val="18A3AC"/>
        </a:buClr>
        <a:buSzPct val="80000"/>
        <a:buFont typeface="Wingdings" charset="2"/>
        <a:buChar char="§"/>
        <a:defRPr lang="en-US" sz="2000" b="0" kern="1200" dirty="0">
          <a:solidFill>
            <a:schemeClr val="tx1"/>
          </a:solidFill>
          <a:latin typeface="+mj-lt"/>
          <a:ea typeface="+mn-ea"/>
          <a:cs typeface="+mn-cs"/>
        </a:defRPr>
      </a:lvl5pPr>
      <a:lvl6pPr marL="2514537" indent="-228594" algn="l" defTabSz="914378"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8"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5" indent="-228594" algn="l" defTabSz="914378"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8"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78" rtl="0" eaLnBrk="1" latinLnBrk="0" hangingPunct="1">
        <a:defRPr sz="1800" kern="1200">
          <a:solidFill>
            <a:schemeClr val="tx1"/>
          </a:solidFill>
          <a:latin typeface="+mn-lt"/>
          <a:ea typeface="+mn-ea"/>
          <a:cs typeface="+mn-cs"/>
        </a:defRPr>
      </a:lvl1pPr>
      <a:lvl2pPr marL="457189" algn="l" defTabSz="914378" rtl="0" eaLnBrk="1" latinLnBrk="0" hangingPunct="1">
        <a:defRPr sz="1800" kern="1200">
          <a:solidFill>
            <a:schemeClr val="tx1"/>
          </a:solidFill>
          <a:latin typeface="+mn-lt"/>
          <a:ea typeface="+mn-ea"/>
          <a:cs typeface="+mn-cs"/>
        </a:defRPr>
      </a:lvl2pPr>
      <a:lvl3pPr marL="914378" algn="l" defTabSz="914378" rtl="0" eaLnBrk="1" latinLnBrk="0" hangingPunct="1">
        <a:defRPr sz="1800" kern="1200">
          <a:solidFill>
            <a:schemeClr val="tx1"/>
          </a:solidFill>
          <a:latin typeface="+mn-lt"/>
          <a:ea typeface="+mn-ea"/>
          <a:cs typeface="+mn-cs"/>
        </a:defRPr>
      </a:lvl3pPr>
      <a:lvl4pPr marL="1371566" algn="l" defTabSz="914378" rtl="0" eaLnBrk="1" latinLnBrk="0" hangingPunct="1">
        <a:defRPr sz="1800" kern="1200">
          <a:solidFill>
            <a:schemeClr val="tx1"/>
          </a:solidFill>
          <a:latin typeface="+mn-lt"/>
          <a:ea typeface="+mn-ea"/>
          <a:cs typeface="+mn-cs"/>
        </a:defRPr>
      </a:lvl4pPr>
      <a:lvl5pPr marL="1828754" algn="l" defTabSz="914378" rtl="0" eaLnBrk="1" latinLnBrk="0" hangingPunct="1">
        <a:defRPr sz="1800" kern="1200">
          <a:solidFill>
            <a:schemeClr val="tx1"/>
          </a:solidFill>
          <a:latin typeface="+mn-lt"/>
          <a:ea typeface="+mn-ea"/>
          <a:cs typeface="+mn-cs"/>
        </a:defRPr>
      </a:lvl5pPr>
      <a:lvl6pPr marL="2285943" algn="l" defTabSz="914378" rtl="0" eaLnBrk="1" latinLnBrk="0" hangingPunct="1">
        <a:defRPr sz="1800" kern="1200">
          <a:solidFill>
            <a:schemeClr val="tx1"/>
          </a:solidFill>
          <a:latin typeface="+mn-lt"/>
          <a:ea typeface="+mn-ea"/>
          <a:cs typeface="+mn-cs"/>
        </a:defRPr>
      </a:lvl6pPr>
      <a:lvl7pPr marL="2743132" algn="l" defTabSz="914378" rtl="0" eaLnBrk="1" latinLnBrk="0" hangingPunct="1">
        <a:defRPr sz="1800" kern="1200">
          <a:solidFill>
            <a:schemeClr val="tx1"/>
          </a:solidFill>
          <a:latin typeface="+mn-lt"/>
          <a:ea typeface="+mn-ea"/>
          <a:cs typeface="+mn-cs"/>
        </a:defRPr>
      </a:lvl7pPr>
      <a:lvl8pPr marL="3200320" algn="l" defTabSz="914378" rtl="0" eaLnBrk="1" latinLnBrk="0" hangingPunct="1">
        <a:defRPr sz="1800" kern="1200">
          <a:solidFill>
            <a:schemeClr val="tx1"/>
          </a:solidFill>
          <a:latin typeface="+mn-lt"/>
          <a:ea typeface="+mn-ea"/>
          <a:cs typeface="+mn-cs"/>
        </a:defRPr>
      </a:lvl8pPr>
      <a:lvl9pPr marL="3657509" algn="l" defTabSz="914378"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a:latin typeface="Garamond"/>
              </a:rPr>
              <a:t>LA-ART &amp; LA-PrEP at MXM</a:t>
            </a:r>
          </a:p>
        </p:txBody>
      </p:sp>
      <p:sp>
        <p:nvSpPr>
          <p:cNvPr id="3" name="TextBox 2"/>
          <p:cNvSpPr txBox="1"/>
          <p:nvPr/>
        </p:nvSpPr>
        <p:spPr>
          <a:xfrm>
            <a:off x="914400" y="4389120"/>
            <a:ext cx="10058400" cy="548640"/>
          </a:xfrm>
          <a:prstGeom prst="rect">
            <a:avLst/>
          </a:prstGeom>
          <a:noFill/>
        </p:spPr>
        <p:txBody>
          <a:bodyPr wrap="square">
            <a:spAutoFit/>
          </a:bodyPr>
          <a:lstStyle/>
          <a:p>
            <a:pPr algn="ctr"/>
            <a:r>
              <a:rPr sz="1800" b="0" i="0">
                <a:solidFill>
                  <a:srgbClr val="FFFFFF"/>
                </a:solidFill>
                <a:latin typeface="Arial"/>
              </a:rPr>
              <a:t>HIV Grand Rounds, UCSF/ZSFG</a:t>
            </a:r>
          </a:p>
        </p:txBody>
      </p:sp>
      <p:sp>
        <p:nvSpPr>
          <p:cNvPr id="4" name="TextBox 3"/>
          <p:cNvSpPr txBox="1"/>
          <p:nvPr/>
        </p:nvSpPr>
        <p:spPr>
          <a:xfrm>
            <a:off x="914400" y="5029200"/>
            <a:ext cx="10058400" cy="365760"/>
          </a:xfrm>
          <a:prstGeom prst="rect">
            <a:avLst/>
          </a:prstGeom>
          <a:noFill/>
        </p:spPr>
        <p:txBody>
          <a:bodyPr wrap="square">
            <a:spAutoFit/>
          </a:bodyPr>
          <a:lstStyle/>
          <a:p>
            <a:pPr algn="ctr"/>
            <a:r>
              <a:rPr sz="1800" b="0" i="0">
                <a:solidFill>
                  <a:srgbClr val="FFFFFF"/>
                </a:solidFill>
                <a:latin typeface="Arial"/>
              </a:rPr>
              <a:t>Nicky Mehtani, MD MPH  |  April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TextBox 1"/>
          <p:cNvSpPr txBox="1"/>
          <p:nvPr/>
        </p:nvSpPr>
        <p:spPr>
          <a:xfrm>
            <a:off x="685800" y="274320"/>
            <a:ext cx="10789920" cy="731520"/>
          </a:xfrm>
          <a:prstGeom prst="rect">
            <a:avLst/>
          </a:prstGeom>
          <a:noFill/>
        </p:spPr>
        <p:txBody>
          <a:bodyPr wrap="square">
            <a:spAutoFit/>
          </a:bodyPr>
          <a:lstStyle/>
          <a:p>
            <a:pPr algn="l"/>
            <a:r>
              <a:rPr sz="3600" b="1" i="0">
                <a:solidFill>
                  <a:srgbClr val="FFFFFF"/>
                </a:solidFill>
                <a:latin typeface="Garamond"/>
              </a:rPr>
              <a:t>LA-ART — Who We Serve</a:t>
            </a:r>
          </a:p>
        </p:txBody>
      </p:sp>
      <p:sp>
        <p:nvSpPr>
          <p:cNvPr id="3" name="TextBox 2"/>
          <p:cNvSpPr txBox="1"/>
          <p:nvPr/>
        </p:nvSpPr>
        <p:spPr>
          <a:xfrm>
            <a:off x="685800" y="1097280"/>
            <a:ext cx="5303520" cy="457200"/>
          </a:xfrm>
          <a:prstGeom prst="rect">
            <a:avLst/>
          </a:prstGeom>
          <a:noFill/>
        </p:spPr>
        <p:txBody>
          <a:bodyPr wrap="square">
            <a:spAutoFit/>
          </a:bodyPr>
          <a:lstStyle/>
          <a:p>
            <a:pPr algn="l"/>
            <a:r>
              <a:rPr sz="1800" b="1" i="0">
                <a:solidFill>
                  <a:srgbClr val="0095A8"/>
                </a:solidFill>
                <a:latin typeface="Arial"/>
              </a:rPr>
              <a:t>Demographics (n=34, Nov 2021 – Apr 2026)</a:t>
            </a:r>
          </a:p>
        </p:txBody>
      </p:sp>
      <p:sp>
        <p:nvSpPr>
          <p:cNvPr id="4" name="TextBox 3"/>
          <p:cNvSpPr txBox="1"/>
          <p:nvPr/>
        </p:nvSpPr>
        <p:spPr>
          <a:xfrm>
            <a:off x="685800" y="1645920"/>
            <a:ext cx="5303520" cy="4572000"/>
          </a:xfrm>
          <a:prstGeom prst="rect">
            <a:avLst/>
          </a:prstGeom>
          <a:noFill/>
        </p:spPr>
        <p:txBody>
          <a:bodyPr wrap="square">
            <a:spAutoFit/>
          </a:bodyPr>
          <a:lstStyle/>
          <a:p>
            <a:pPr algn="l">
              <a:lnSpc>
                <a:spcPct val="120000"/>
              </a:lnSpc>
              <a:spcAft>
                <a:spcPts val="600"/>
              </a:spcAft>
            </a:pPr>
            <a:r>
              <a:rPr sz="1600">
                <a:solidFill>
                  <a:srgbClr val="FFFFFF"/>
                </a:solidFill>
                <a:latin typeface="Arial"/>
              </a:rPr>
              <a:t>•  Median age: 40</a:t>
            </a:r>
          </a:p>
          <a:p>
            <a:pPr algn="l">
              <a:lnSpc>
                <a:spcPct val="120000"/>
              </a:lnSpc>
              <a:spcAft>
                <a:spcPts val="600"/>
              </a:spcAft>
            </a:pPr>
            <a:r>
              <a:rPr sz="1600">
                <a:solidFill>
                  <a:srgbClr val="FFFFFF"/>
                </a:solidFill>
                <a:latin typeface="Arial"/>
              </a:rPr>
              <a:t>•  22 cis-men, 8 trans women/NB, 4 cis-women</a:t>
            </a:r>
          </a:p>
          <a:p>
            <a:pPr algn="l">
              <a:lnSpc>
                <a:spcPct val="120000"/>
              </a:lnSpc>
              <a:spcAft>
                <a:spcPts val="600"/>
              </a:spcAft>
            </a:pPr>
            <a:r>
              <a:rPr sz="1600">
                <a:solidFill>
                  <a:srgbClr val="FFFFFF"/>
                </a:solidFill>
                <a:latin typeface="Arial"/>
              </a:rPr>
              <a:t>•  50% Black, 26% Hispanic, 24% non-Hispanic White</a:t>
            </a:r>
          </a:p>
          <a:p>
            <a:pPr algn="l">
              <a:lnSpc>
                <a:spcPct val="120000"/>
              </a:lnSpc>
              <a:spcAft>
                <a:spcPts val="600"/>
              </a:spcAft>
            </a:pPr>
            <a:r>
              <a:rPr sz="1600">
                <a:solidFill>
                  <a:srgbClr val="FFFFFF"/>
                </a:solidFill>
                <a:latin typeface="Arial"/>
              </a:rPr>
              <a:t>•  10 street homeless, 16 sheltered/couch-surfing, 8 unstably housed</a:t>
            </a:r>
          </a:p>
        </p:txBody>
      </p:sp>
      <p:sp>
        <p:nvSpPr>
          <p:cNvPr id="5" name="TextBox 4"/>
          <p:cNvSpPr txBox="1"/>
          <p:nvPr/>
        </p:nvSpPr>
        <p:spPr>
          <a:xfrm>
            <a:off x="6400800" y="1097280"/>
            <a:ext cx="5303520" cy="457200"/>
          </a:xfrm>
          <a:prstGeom prst="rect">
            <a:avLst/>
          </a:prstGeom>
          <a:noFill/>
        </p:spPr>
        <p:txBody>
          <a:bodyPr wrap="square">
            <a:spAutoFit/>
          </a:bodyPr>
          <a:lstStyle/>
          <a:p>
            <a:pPr algn="l"/>
            <a:r>
              <a:rPr sz="1800" b="1" i="0">
                <a:solidFill>
                  <a:srgbClr val="0095A8"/>
                </a:solidFill>
                <a:latin typeface="Arial"/>
              </a:rPr>
              <a:t>Clinical Complexity at Initiation</a:t>
            </a:r>
          </a:p>
        </p:txBody>
      </p:sp>
      <p:sp>
        <p:nvSpPr>
          <p:cNvPr id="6" name="TextBox 5"/>
          <p:cNvSpPr txBox="1"/>
          <p:nvPr/>
        </p:nvSpPr>
        <p:spPr>
          <a:xfrm>
            <a:off x="6400800" y="1645920"/>
            <a:ext cx="5303520" cy="4572000"/>
          </a:xfrm>
          <a:prstGeom prst="rect">
            <a:avLst/>
          </a:prstGeom>
          <a:noFill/>
        </p:spPr>
        <p:txBody>
          <a:bodyPr wrap="square">
            <a:spAutoFit/>
          </a:bodyPr>
          <a:lstStyle/>
          <a:p>
            <a:pPr algn="l">
              <a:lnSpc>
                <a:spcPct val="120000"/>
              </a:lnSpc>
              <a:spcAft>
                <a:spcPts val="600"/>
              </a:spcAft>
            </a:pPr>
            <a:r>
              <a:rPr sz="1600">
                <a:solidFill>
                  <a:srgbClr val="FFFFFF"/>
                </a:solidFill>
                <a:latin typeface="Arial"/>
              </a:rPr>
              <a:t>•  85% methamphetamine use disorder</a:t>
            </a:r>
          </a:p>
          <a:p>
            <a:pPr algn="l">
              <a:lnSpc>
                <a:spcPct val="120000"/>
              </a:lnSpc>
              <a:spcAft>
                <a:spcPts val="600"/>
              </a:spcAft>
            </a:pPr>
            <a:r>
              <a:rPr sz="1600">
                <a:solidFill>
                  <a:srgbClr val="FFFFFF"/>
                </a:solidFill>
                <a:latin typeface="Arial"/>
              </a:rPr>
              <a:t>•  24% opioid use disorder</a:t>
            </a:r>
          </a:p>
          <a:p>
            <a:pPr algn="l">
              <a:lnSpc>
                <a:spcPct val="120000"/>
              </a:lnSpc>
              <a:spcAft>
                <a:spcPts val="600"/>
              </a:spcAft>
            </a:pPr>
            <a:r>
              <a:rPr sz="1600">
                <a:solidFill>
                  <a:srgbClr val="FFFFFF"/>
                </a:solidFill>
                <a:latin typeface="Arial"/>
              </a:rPr>
              <a:t>•  32% schizophrenia or bipolar with psychosis</a:t>
            </a:r>
          </a:p>
          <a:p>
            <a:pPr algn="l">
              <a:lnSpc>
                <a:spcPct val="120000"/>
              </a:lnSpc>
              <a:spcAft>
                <a:spcPts val="600"/>
              </a:spcAft>
            </a:pPr>
            <a:r>
              <a:rPr sz="1600">
                <a:solidFill>
                  <a:srgbClr val="FFFFFF"/>
                </a:solidFill>
                <a:latin typeface="Arial"/>
              </a:rPr>
              <a:t>•  32% initiated with CD4 &lt;200 (7 with CD4 &lt;50)</a:t>
            </a:r>
          </a:p>
          <a:p>
            <a:pPr algn="l">
              <a:lnSpc>
                <a:spcPct val="120000"/>
              </a:lnSpc>
              <a:spcAft>
                <a:spcPts val="600"/>
              </a:spcAft>
            </a:pPr>
            <a:r>
              <a:rPr sz="1600">
                <a:solidFill>
                  <a:srgbClr val="FFFFFF"/>
                </a:solidFill>
                <a:latin typeface="Arial"/>
              </a:rPr>
              <a:t>•  71% started with detectable viremia</a:t>
            </a:r>
          </a:p>
          <a:p>
            <a:pPr algn="l">
              <a:lnSpc>
                <a:spcPct val="120000"/>
              </a:lnSpc>
              <a:spcAft>
                <a:spcPts val="600"/>
              </a:spcAft>
            </a:pPr>
            <a:r>
              <a:rPr sz="1600">
                <a:solidFill>
                  <a:srgbClr val="FFFFFF"/>
                </a:solidFill>
                <a:latin typeface="Arial"/>
              </a:rPr>
              <a:t>•  Of those, 17/24 NOT suppressed ≥3 years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TextBox 1"/>
          <p:cNvSpPr txBox="1"/>
          <p:nvPr/>
        </p:nvSpPr>
        <p:spPr>
          <a:xfrm>
            <a:off x="685800" y="274320"/>
            <a:ext cx="10789920" cy="731520"/>
          </a:xfrm>
          <a:prstGeom prst="rect">
            <a:avLst/>
          </a:prstGeom>
          <a:noFill/>
        </p:spPr>
        <p:txBody>
          <a:bodyPr wrap="square">
            <a:spAutoFit/>
          </a:bodyPr>
          <a:lstStyle/>
          <a:p>
            <a:pPr algn="l"/>
            <a:r>
              <a:rPr sz="3600" b="1" i="0">
                <a:solidFill>
                  <a:srgbClr val="FFFFFF"/>
                </a:solidFill>
                <a:latin typeface="Garamond"/>
              </a:rPr>
              <a:t>LA-ART — Delivery &amp; Outcomes</a:t>
            </a:r>
          </a:p>
        </p:txBody>
      </p:sp>
      <p:sp>
        <p:nvSpPr>
          <p:cNvPr id="3" name="TextBox 2"/>
          <p:cNvSpPr txBox="1"/>
          <p:nvPr/>
        </p:nvSpPr>
        <p:spPr>
          <a:xfrm>
            <a:off x="457200" y="1097280"/>
            <a:ext cx="3657600" cy="987552"/>
          </a:xfrm>
          <a:prstGeom prst="rect">
            <a:avLst/>
          </a:prstGeom>
          <a:noFill/>
        </p:spPr>
        <p:txBody>
          <a:bodyPr wrap="square">
            <a:spAutoFit/>
          </a:bodyPr>
          <a:lstStyle/>
          <a:p>
            <a:pPr algn="ctr"/>
            <a:r>
              <a:rPr sz="5400" b="1" i="0">
                <a:solidFill>
                  <a:srgbClr val="0095A8"/>
                </a:solidFill>
                <a:latin typeface="Garamond"/>
              </a:rPr>
              <a:t>100%</a:t>
            </a:r>
          </a:p>
        </p:txBody>
      </p:sp>
      <p:sp>
        <p:nvSpPr>
          <p:cNvPr id="4" name="TextBox 3"/>
          <p:cNvSpPr txBox="1"/>
          <p:nvPr/>
        </p:nvSpPr>
        <p:spPr>
          <a:xfrm>
            <a:off x="457200" y="2002536"/>
            <a:ext cx="3657600" cy="658368"/>
          </a:xfrm>
          <a:prstGeom prst="rect">
            <a:avLst/>
          </a:prstGeom>
          <a:noFill/>
        </p:spPr>
        <p:txBody>
          <a:bodyPr wrap="square">
            <a:spAutoFit/>
          </a:bodyPr>
          <a:lstStyle/>
          <a:p>
            <a:pPr algn="ctr"/>
            <a:r>
              <a:rPr sz="1600" b="0" i="0">
                <a:solidFill>
                  <a:srgbClr val="FFFFFF"/>
                </a:solidFill>
                <a:latin typeface="Arial"/>
              </a:rPr>
              <a:t>virally suppressed
at latest follow-up</a:t>
            </a:r>
          </a:p>
        </p:txBody>
      </p:sp>
      <p:sp>
        <p:nvSpPr>
          <p:cNvPr id="5" name="TextBox 4"/>
          <p:cNvSpPr txBox="1"/>
          <p:nvPr/>
        </p:nvSpPr>
        <p:spPr>
          <a:xfrm>
            <a:off x="4114800" y="1097280"/>
            <a:ext cx="3657600" cy="987552"/>
          </a:xfrm>
          <a:prstGeom prst="rect">
            <a:avLst/>
          </a:prstGeom>
          <a:noFill/>
        </p:spPr>
        <p:txBody>
          <a:bodyPr wrap="square">
            <a:spAutoFit/>
          </a:bodyPr>
          <a:lstStyle/>
          <a:p>
            <a:pPr algn="ctr"/>
            <a:r>
              <a:rPr sz="5400" b="1" i="0">
                <a:solidFill>
                  <a:srgbClr val="32A03E"/>
                </a:solidFill>
                <a:latin typeface="Garamond"/>
              </a:rPr>
              <a:t>93%</a:t>
            </a:r>
          </a:p>
        </p:txBody>
      </p:sp>
      <p:sp>
        <p:nvSpPr>
          <p:cNvPr id="6" name="TextBox 5"/>
          <p:cNvSpPr txBox="1"/>
          <p:nvPr/>
        </p:nvSpPr>
        <p:spPr>
          <a:xfrm>
            <a:off x="4114800" y="2002536"/>
            <a:ext cx="3657600" cy="658368"/>
          </a:xfrm>
          <a:prstGeom prst="rect">
            <a:avLst/>
          </a:prstGeom>
          <a:noFill/>
        </p:spPr>
        <p:txBody>
          <a:bodyPr wrap="square">
            <a:spAutoFit/>
          </a:bodyPr>
          <a:lstStyle/>
          <a:p>
            <a:pPr algn="ctr"/>
            <a:r>
              <a:rPr sz="1600" b="0" i="0">
                <a:solidFill>
                  <a:srgbClr val="FFFFFF"/>
                </a:solidFill>
                <a:latin typeface="Arial"/>
              </a:rPr>
              <a:t>injections on time
(within 7-day window)</a:t>
            </a:r>
          </a:p>
        </p:txBody>
      </p:sp>
      <p:sp>
        <p:nvSpPr>
          <p:cNvPr id="7" name="TextBox 6"/>
          <p:cNvSpPr txBox="1"/>
          <p:nvPr/>
        </p:nvSpPr>
        <p:spPr>
          <a:xfrm>
            <a:off x="7772400" y="1097280"/>
            <a:ext cx="3657600" cy="987552"/>
          </a:xfrm>
          <a:prstGeom prst="rect">
            <a:avLst/>
          </a:prstGeom>
          <a:noFill/>
        </p:spPr>
        <p:txBody>
          <a:bodyPr wrap="square">
            <a:spAutoFit/>
          </a:bodyPr>
          <a:lstStyle/>
          <a:p>
            <a:pPr algn="ctr"/>
            <a:r>
              <a:rPr sz="5400" b="1" i="0">
                <a:solidFill>
                  <a:srgbClr val="D4A01E"/>
                </a:solidFill>
                <a:latin typeface="Garamond"/>
              </a:rPr>
              <a:t>747</a:t>
            </a:r>
          </a:p>
        </p:txBody>
      </p:sp>
      <p:sp>
        <p:nvSpPr>
          <p:cNvPr id="8" name="TextBox 7"/>
          <p:cNvSpPr txBox="1"/>
          <p:nvPr/>
        </p:nvSpPr>
        <p:spPr>
          <a:xfrm>
            <a:off x="7772400" y="2002536"/>
            <a:ext cx="3657600" cy="658368"/>
          </a:xfrm>
          <a:prstGeom prst="rect">
            <a:avLst/>
          </a:prstGeom>
          <a:noFill/>
        </p:spPr>
        <p:txBody>
          <a:bodyPr wrap="square">
            <a:spAutoFit/>
          </a:bodyPr>
          <a:lstStyle/>
          <a:p>
            <a:pPr algn="ctr"/>
            <a:r>
              <a:rPr sz="1600" b="0" i="0">
                <a:solidFill>
                  <a:srgbClr val="FFFFFF"/>
                </a:solidFill>
                <a:latin typeface="Arial"/>
              </a:rPr>
              <a:t>total injection visits</a:t>
            </a:r>
          </a:p>
        </p:txBody>
      </p:sp>
      <p:sp>
        <p:nvSpPr>
          <p:cNvPr id="9" name="TextBox 8"/>
          <p:cNvSpPr txBox="1"/>
          <p:nvPr/>
        </p:nvSpPr>
        <p:spPr>
          <a:xfrm>
            <a:off x="685800" y="3200400"/>
            <a:ext cx="10789920" cy="2286000"/>
          </a:xfrm>
          <a:prstGeom prst="rect">
            <a:avLst/>
          </a:prstGeom>
          <a:noFill/>
        </p:spPr>
        <p:txBody>
          <a:bodyPr wrap="square">
            <a:spAutoFit/>
          </a:bodyPr>
          <a:lstStyle/>
          <a:p>
            <a:pPr algn="l">
              <a:lnSpc>
                <a:spcPct val="130000"/>
              </a:lnSpc>
              <a:spcAft>
                <a:spcPts val="600"/>
              </a:spcAft>
            </a:pPr>
            <a:r>
              <a:rPr sz="1600">
                <a:solidFill>
                  <a:srgbClr val="FFFFFF"/>
                </a:solidFill>
                <a:latin typeface="Arial"/>
              </a:rPr>
              <a:t>•  80% at MXM clinic | 17% mobile outreach, shelters, syringe access | 3% jails/hospitals</a:t>
            </a:r>
          </a:p>
          <a:p>
            <a:pPr algn="l">
              <a:lnSpc>
                <a:spcPct val="130000"/>
              </a:lnSpc>
              <a:spcAft>
                <a:spcPts val="600"/>
              </a:spcAft>
            </a:pPr>
            <a:r>
              <a:rPr sz="1600">
                <a:solidFill>
                  <a:srgbClr val="FFFFFF"/>
                </a:solidFill>
                <a:latin typeface="Arial"/>
              </a:rPr>
              <a:t>•  Median time on LA-ART: 116 weeks (IQR: 60–145; range: 2–209 weeks)</a:t>
            </a:r>
          </a:p>
          <a:p>
            <a:pPr algn="l">
              <a:lnSpc>
                <a:spcPct val="130000"/>
              </a:lnSpc>
              <a:spcAft>
                <a:spcPts val="600"/>
              </a:spcAft>
            </a:pPr>
            <a:r>
              <a:rPr sz="1600">
                <a:solidFill>
                  <a:srgbClr val="FFFFFF"/>
                </a:solidFill>
                <a:latin typeface="Arial"/>
              </a:rPr>
              <a:t>•  9 successfully transferred to new primary care homes</a:t>
            </a:r>
          </a:p>
          <a:p>
            <a:pPr algn="l">
              <a:lnSpc>
                <a:spcPct val="130000"/>
              </a:lnSpc>
              <a:spcAft>
                <a:spcPts val="600"/>
              </a:spcAft>
            </a:pPr>
            <a:r>
              <a:rPr sz="1600">
                <a:solidFill>
                  <a:srgbClr val="FFFFFF"/>
                </a:solidFill>
                <a:latin typeface="Arial"/>
              </a:rPr>
              <a:t>•  1 currently LTFU ~3 months (Patient 1)</a:t>
            </a:r>
          </a:p>
        </p:txBody>
      </p:sp>
      <p:sp>
        <p:nvSpPr>
          <p:cNvPr id="10" name="TextBox 9"/>
          <p:cNvSpPr txBox="1"/>
          <p:nvPr/>
        </p:nvSpPr>
        <p:spPr>
          <a:xfrm>
            <a:off x="685800" y="5029200"/>
            <a:ext cx="3657600" cy="365760"/>
          </a:xfrm>
          <a:prstGeom prst="rect">
            <a:avLst/>
          </a:prstGeom>
          <a:noFill/>
        </p:spPr>
        <p:txBody>
          <a:bodyPr wrap="square">
            <a:spAutoFit/>
          </a:bodyPr>
          <a:lstStyle/>
          <a:p>
            <a:pPr algn="l"/>
            <a:r>
              <a:rPr sz="1600" b="1" i="0">
                <a:solidFill>
                  <a:srgbClr val="0095A8"/>
                </a:solidFill>
                <a:latin typeface="Arial"/>
              </a:rPr>
              <a:t>Current Regimens:</a:t>
            </a:r>
          </a:p>
        </p:txBody>
      </p:sp>
      <p:sp>
        <p:nvSpPr>
          <p:cNvPr id="11" name="TextBox 10"/>
          <p:cNvSpPr txBox="1"/>
          <p:nvPr/>
        </p:nvSpPr>
        <p:spPr>
          <a:xfrm>
            <a:off x="685800" y="5394960"/>
            <a:ext cx="10789920" cy="1371600"/>
          </a:xfrm>
          <a:prstGeom prst="rect">
            <a:avLst/>
          </a:prstGeom>
          <a:noFill/>
        </p:spPr>
        <p:txBody>
          <a:bodyPr wrap="square">
            <a:spAutoFit/>
          </a:bodyPr>
          <a:lstStyle/>
          <a:p>
            <a:pPr algn="l">
              <a:lnSpc>
                <a:spcPct val="110000"/>
              </a:lnSpc>
              <a:spcAft>
                <a:spcPts val="600"/>
              </a:spcAft>
            </a:pPr>
            <a:r>
              <a:rPr sz="1400">
                <a:solidFill>
                  <a:srgbClr val="F5F5F5"/>
                </a:solidFill>
                <a:latin typeface="Arial"/>
              </a:rPr>
              <a:t>•  CAB/RPV q1-month: n=12</a:t>
            </a:r>
          </a:p>
          <a:p>
            <a:pPr algn="l">
              <a:lnSpc>
                <a:spcPct val="110000"/>
              </a:lnSpc>
              <a:spcAft>
                <a:spcPts val="600"/>
              </a:spcAft>
            </a:pPr>
            <a:r>
              <a:rPr sz="1400">
                <a:solidFill>
                  <a:srgbClr val="F5F5F5"/>
                </a:solidFill>
                <a:latin typeface="Arial"/>
              </a:rPr>
              <a:t>•  CAB/RPV q2-month: n=11</a:t>
            </a:r>
          </a:p>
          <a:p>
            <a:pPr algn="l">
              <a:lnSpc>
                <a:spcPct val="110000"/>
              </a:lnSpc>
              <a:spcAft>
                <a:spcPts val="600"/>
              </a:spcAft>
            </a:pPr>
            <a:r>
              <a:rPr sz="1400">
                <a:solidFill>
                  <a:srgbClr val="F5F5F5"/>
                </a:solidFill>
                <a:latin typeface="Arial"/>
              </a:rPr>
              <a:t>•  CAB (±RPV) q1-mo + LEN q6-mo: n=9</a:t>
            </a:r>
          </a:p>
          <a:p>
            <a:pPr algn="l">
              <a:lnSpc>
                <a:spcPct val="110000"/>
              </a:lnSpc>
              <a:spcAft>
                <a:spcPts val="600"/>
              </a:spcAft>
            </a:pPr>
            <a:r>
              <a:rPr sz="1400">
                <a:solidFill>
                  <a:srgbClr val="F5F5F5"/>
                </a:solidFill>
                <a:latin typeface="Arial"/>
              </a:rPr>
              <a:t>•  CAB/RPV q2-mo + LEN q6-mo: n=2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274320"/>
            <a:ext cx="10789920" cy="731520"/>
          </a:xfrm>
          <a:prstGeom prst="rect">
            <a:avLst/>
          </a:prstGeom>
          <a:noFill/>
        </p:spPr>
        <p:txBody>
          <a:bodyPr wrap="square">
            <a:spAutoFit/>
          </a:bodyPr>
          <a:lstStyle/>
          <a:p>
            <a:pPr algn="l"/>
            <a:r>
              <a:rPr sz="3600" b="1" i="0">
                <a:solidFill>
                  <a:srgbClr val="1B2A4A"/>
                </a:solidFill>
                <a:latin typeface="Garamond"/>
              </a:rPr>
              <a:t>Oral vs. LA-ART Comparison</a:t>
            </a:r>
          </a:p>
        </p:txBody>
      </p:sp>
      <p:sp>
        <p:nvSpPr>
          <p:cNvPr id="3" name="TextBox 2"/>
          <p:cNvSpPr txBox="1"/>
          <p:nvPr/>
        </p:nvSpPr>
        <p:spPr>
          <a:xfrm>
            <a:off x="685800" y="1005840"/>
            <a:ext cx="5486400" cy="365760"/>
          </a:xfrm>
          <a:prstGeom prst="rect">
            <a:avLst/>
          </a:prstGeom>
          <a:noFill/>
        </p:spPr>
        <p:txBody>
          <a:bodyPr wrap="square">
            <a:spAutoFit/>
          </a:bodyPr>
          <a:lstStyle/>
          <a:p>
            <a:pPr algn="l"/>
            <a:r>
              <a:rPr sz="1400" b="0" i="1">
                <a:solidFill>
                  <a:srgbClr val="5F6B7A"/>
                </a:solidFill>
                <a:latin typeface="Arial"/>
              </a:rPr>
              <a:t>2023–2024, Mehtani et al., in prep</a:t>
            </a:r>
          </a:p>
        </p:txBody>
      </p:sp>
      <p:graphicFrame>
        <p:nvGraphicFramePr>
          <p:cNvPr id="4" name="Table 3"/>
          <p:cNvGraphicFramePr>
            <a:graphicFrameLocks noGrp="1"/>
          </p:cNvGraphicFramePr>
          <p:nvPr/>
        </p:nvGraphicFramePr>
        <p:xfrm>
          <a:off x="685800" y="1645920"/>
          <a:ext cx="10058400" cy="1645920"/>
        </p:xfrm>
        <a:graphic>
          <a:graphicData uri="http://schemas.openxmlformats.org/drawingml/2006/table">
            <a:tbl>
              <a:tblPr firstRow="1" bandRow="1">
                <a:tableStyleId>{5C22544A-7EE6-4342-B048-85BDC9FD1C3A}</a:tableStyleId>
              </a:tblPr>
              <a:tblGrid>
                <a:gridCol w="3352800"/>
                <a:gridCol w="3352800"/>
                <a:gridCol w="3352800"/>
              </a:tblGrid>
              <a:tr h="411480">
                <a:tc>
                  <a:txBody>
                    <a:bodyPr/>
                    <a:lstStyle/>
                    <a:p>
                      <a:pPr algn="l"/>
                      <a:r>
                        <a:rPr sz="1400" b="1">
                          <a:solidFill>
                            <a:srgbClr val="FFFFFF"/>
                          </a:solidFill>
                          <a:latin typeface="Arial"/>
                        </a:rPr>
                        <a:t>Outcome</a:t>
                      </a:r>
                    </a:p>
                  </a:txBody>
                  <a:tcPr>
                    <a:solidFill>
                      <a:srgbClr val="1B2A4A"/>
                    </a:solidFill>
                  </a:tcPr>
                </a:tc>
                <a:tc>
                  <a:txBody>
                    <a:bodyPr/>
                    <a:lstStyle/>
                    <a:p>
                      <a:pPr algn="l"/>
                      <a:r>
                        <a:rPr sz="1400" b="1">
                          <a:solidFill>
                            <a:srgbClr val="FFFFFF"/>
                          </a:solidFill>
                          <a:latin typeface="Arial"/>
                        </a:rPr>
                        <a:t>Oral ART (n=123)</a:t>
                      </a:r>
                    </a:p>
                  </a:txBody>
                  <a:tcPr>
                    <a:solidFill>
                      <a:srgbClr val="1B2A4A"/>
                    </a:solidFill>
                  </a:tcPr>
                </a:tc>
                <a:tc>
                  <a:txBody>
                    <a:bodyPr/>
                    <a:lstStyle/>
                    <a:p>
                      <a:pPr algn="l"/>
                      <a:r>
                        <a:rPr sz="1400" b="1">
                          <a:solidFill>
                            <a:srgbClr val="FFFFFF"/>
                          </a:solidFill>
                          <a:latin typeface="Arial"/>
                        </a:rPr>
                        <a:t>LA-ART (n=24)</a:t>
                      </a:r>
                    </a:p>
                  </a:txBody>
                  <a:tcPr>
                    <a:solidFill>
                      <a:srgbClr val="1B2A4A"/>
                    </a:solidFill>
                  </a:tcPr>
                </a:tc>
              </a:tr>
              <a:tr h="411480">
                <a:tc>
                  <a:txBody>
                    <a:bodyPr/>
                    <a:lstStyle/>
                    <a:p>
                      <a:r>
                        <a:rPr sz="1300">
                          <a:solidFill>
                            <a:srgbClr val="1A202C"/>
                          </a:solidFill>
                          <a:latin typeface="Arial"/>
                        </a:rPr>
                        <a:t>Ever virally suppressed</a:t>
                      </a:r>
                    </a:p>
                  </a:txBody>
                  <a:tcPr/>
                </a:tc>
                <a:tc>
                  <a:txBody>
                    <a:bodyPr/>
                    <a:lstStyle/>
                    <a:p>
                      <a:r>
                        <a:rPr sz="1300">
                          <a:solidFill>
                            <a:srgbClr val="1A202C"/>
                          </a:solidFill>
                          <a:latin typeface="Arial"/>
                        </a:rPr>
                        <a:t>89/123 (72%)</a:t>
                      </a:r>
                    </a:p>
                  </a:txBody>
                  <a:tcPr/>
                </a:tc>
                <a:tc>
                  <a:txBody>
                    <a:bodyPr/>
                    <a:lstStyle/>
                    <a:p>
                      <a:r>
                        <a:rPr sz="1300">
                          <a:solidFill>
                            <a:srgbClr val="1A202C"/>
                          </a:solidFill>
                          <a:latin typeface="Arial"/>
                        </a:rPr>
                        <a:t>24/24 (100%)</a:t>
                      </a:r>
                    </a:p>
                  </a:txBody>
                  <a:tcPr/>
                </a:tc>
              </a:tr>
              <a:tr h="411480">
                <a:tc>
                  <a:txBody>
                    <a:bodyPr/>
                    <a:lstStyle/>
                    <a:p>
                      <a:r>
                        <a:rPr sz="1300">
                          <a:solidFill>
                            <a:srgbClr val="1A202C"/>
                          </a:solidFill>
                          <a:latin typeface="Arial"/>
                        </a:rPr>
                        <a:t>Suppressed at last follow-up</a:t>
                      </a:r>
                    </a:p>
                  </a:txBody>
                  <a:tcPr/>
                </a:tc>
                <a:tc>
                  <a:txBody>
                    <a:bodyPr/>
                    <a:lstStyle/>
                    <a:p>
                      <a:r>
                        <a:rPr sz="1300">
                          <a:solidFill>
                            <a:srgbClr val="1A202C"/>
                          </a:solidFill>
                          <a:latin typeface="Arial"/>
                        </a:rPr>
                        <a:t>69/123 (56%)</a:t>
                      </a:r>
                    </a:p>
                  </a:txBody>
                  <a:tcPr/>
                </a:tc>
                <a:tc>
                  <a:txBody>
                    <a:bodyPr/>
                    <a:lstStyle/>
                    <a:p>
                      <a:r>
                        <a:rPr sz="1300">
                          <a:solidFill>
                            <a:srgbClr val="1A202C"/>
                          </a:solidFill>
                          <a:latin typeface="Arial"/>
                        </a:rPr>
                        <a:t>24/24 (100%)</a:t>
                      </a:r>
                    </a:p>
                  </a:txBody>
                  <a:tcPr/>
                </a:tc>
              </a:tr>
              <a:tr h="411480">
                <a:tc>
                  <a:txBody>
                    <a:bodyPr/>
                    <a:lstStyle/>
                    <a:p>
                      <a:r>
                        <a:rPr sz="1300">
                          <a:solidFill>
                            <a:srgbClr val="1A202C"/>
                          </a:solidFill>
                          <a:latin typeface="Arial"/>
                        </a:rPr>
                        <a:t>Mean encounters/person-year</a:t>
                      </a:r>
                    </a:p>
                  </a:txBody>
                  <a:tcPr/>
                </a:tc>
                <a:tc>
                  <a:txBody>
                    <a:bodyPr/>
                    <a:lstStyle/>
                    <a:p>
                      <a:r>
                        <a:rPr sz="1300">
                          <a:solidFill>
                            <a:srgbClr val="1A202C"/>
                          </a:solidFill>
                          <a:latin typeface="Arial"/>
                        </a:rPr>
                        <a:t>9.1</a:t>
                      </a:r>
                    </a:p>
                  </a:txBody>
                  <a:tcPr/>
                </a:tc>
                <a:tc>
                  <a:txBody>
                    <a:bodyPr/>
                    <a:lstStyle/>
                    <a:p>
                      <a:r>
                        <a:rPr sz="1300">
                          <a:solidFill>
                            <a:srgbClr val="1A202C"/>
                          </a:solidFill>
                          <a:latin typeface="Arial"/>
                        </a:rPr>
                        <a:t>23.0</a:t>
                      </a:r>
                    </a:p>
                  </a:txBody>
                  <a:tcPr/>
                </a:tc>
              </a:tr>
            </a:tbl>
          </a:graphicData>
        </a:graphic>
      </p:graphicFrame>
      <p:sp>
        <p:nvSpPr>
          <p:cNvPr id="5" name="Rounded Rectangle 4"/>
          <p:cNvSpPr/>
          <p:nvPr/>
        </p:nvSpPr>
        <p:spPr>
          <a:xfrm>
            <a:off x="685800" y="3840480"/>
            <a:ext cx="10515600" cy="1645920"/>
          </a:xfrm>
          <a:prstGeom prst="roundRect">
            <a:avLst/>
          </a:prstGeom>
          <a:solidFill>
            <a:srgbClr val="FFF8E1"/>
          </a:solidFill>
          <a:ln w="25400">
            <a:solidFill>
              <a:srgbClr val="D4A01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B2A4A"/>
                </a:solidFill>
                <a:latin typeface="Arial"/>
              </a:rPr>
              <a:t>Important Caveat:  </a:t>
            </a:r>
            <a:r>
              <a:rPr sz="1600">
                <a:solidFill>
                  <a:srgbClr val="1A202C"/>
                </a:solidFill>
                <a:latin typeface="Arial"/>
              </a:rPr>
              <a:t>Groups not randomized. LA-ART patients selected because we could reliably locate them and they demonstrated interest/understanding of injection requirements. Outcome gap reflects BOTH the intervention AND the selection.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274320"/>
            <a:ext cx="10789920" cy="731520"/>
          </a:xfrm>
          <a:prstGeom prst="rect">
            <a:avLst/>
          </a:prstGeom>
          <a:noFill/>
        </p:spPr>
        <p:txBody>
          <a:bodyPr wrap="square">
            <a:spAutoFit/>
          </a:bodyPr>
          <a:lstStyle/>
          <a:p>
            <a:pPr algn="l"/>
            <a:r>
              <a:rPr sz="3600" b="1" i="0">
                <a:solidFill>
                  <a:srgbClr val="1B2A4A"/>
                </a:solidFill>
                <a:latin typeface="Garamond"/>
              </a:rPr>
              <a:t>LA-PrEP at MXM</a:t>
            </a:r>
          </a:p>
        </p:txBody>
      </p:sp>
      <p:sp>
        <p:nvSpPr>
          <p:cNvPr id="3" name="TextBox 2"/>
          <p:cNvSpPr txBox="1"/>
          <p:nvPr/>
        </p:nvSpPr>
        <p:spPr>
          <a:xfrm>
            <a:off x="457200" y="1005840"/>
            <a:ext cx="3200400" cy="822959"/>
          </a:xfrm>
          <a:prstGeom prst="rect">
            <a:avLst/>
          </a:prstGeom>
          <a:noFill/>
        </p:spPr>
        <p:txBody>
          <a:bodyPr wrap="square">
            <a:spAutoFit/>
          </a:bodyPr>
          <a:lstStyle/>
          <a:p>
            <a:pPr algn="ctr"/>
            <a:r>
              <a:rPr sz="5400" b="1" i="0">
                <a:solidFill>
                  <a:srgbClr val="0095A8"/>
                </a:solidFill>
                <a:latin typeface="Garamond"/>
              </a:rPr>
              <a:t>68</a:t>
            </a:r>
          </a:p>
        </p:txBody>
      </p:sp>
      <p:sp>
        <p:nvSpPr>
          <p:cNvPr id="4" name="TextBox 3"/>
          <p:cNvSpPr txBox="1"/>
          <p:nvPr/>
        </p:nvSpPr>
        <p:spPr>
          <a:xfrm>
            <a:off x="457200" y="1760220"/>
            <a:ext cx="3200400" cy="548640"/>
          </a:xfrm>
          <a:prstGeom prst="rect">
            <a:avLst/>
          </a:prstGeom>
          <a:noFill/>
        </p:spPr>
        <p:txBody>
          <a:bodyPr wrap="square">
            <a:spAutoFit/>
          </a:bodyPr>
          <a:lstStyle/>
          <a:p>
            <a:pPr algn="ctr"/>
            <a:r>
              <a:rPr sz="1600" b="0" i="0">
                <a:solidFill>
                  <a:srgbClr val="1A202C"/>
                </a:solidFill>
                <a:latin typeface="Arial"/>
              </a:rPr>
              <a:t>prescribed</a:t>
            </a:r>
          </a:p>
        </p:txBody>
      </p:sp>
      <p:sp>
        <p:nvSpPr>
          <p:cNvPr id="5" name="TextBox 4"/>
          <p:cNvSpPr txBox="1"/>
          <p:nvPr/>
        </p:nvSpPr>
        <p:spPr>
          <a:xfrm>
            <a:off x="3200400" y="1005840"/>
            <a:ext cx="3200400" cy="822959"/>
          </a:xfrm>
          <a:prstGeom prst="rect">
            <a:avLst/>
          </a:prstGeom>
          <a:noFill/>
        </p:spPr>
        <p:txBody>
          <a:bodyPr wrap="square">
            <a:spAutoFit/>
          </a:bodyPr>
          <a:lstStyle/>
          <a:p>
            <a:pPr algn="ctr"/>
            <a:r>
              <a:rPr sz="5400" b="1" i="0">
                <a:solidFill>
                  <a:srgbClr val="0095A8"/>
                </a:solidFill>
                <a:latin typeface="Garamond"/>
              </a:rPr>
              <a:t>52</a:t>
            </a:r>
          </a:p>
        </p:txBody>
      </p:sp>
      <p:sp>
        <p:nvSpPr>
          <p:cNvPr id="6" name="TextBox 5"/>
          <p:cNvSpPr txBox="1"/>
          <p:nvPr/>
        </p:nvSpPr>
        <p:spPr>
          <a:xfrm>
            <a:off x="3200400" y="1760220"/>
            <a:ext cx="3200400" cy="548640"/>
          </a:xfrm>
          <a:prstGeom prst="rect">
            <a:avLst/>
          </a:prstGeom>
          <a:noFill/>
        </p:spPr>
        <p:txBody>
          <a:bodyPr wrap="square">
            <a:spAutoFit/>
          </a:bodyPr>
          <a:lstStyle/>
          <a:p>
            <a:pPr algn="ctr"/>
            <a:r>
              <a:rPr sz="1600" b="0" i="0">
                <a:solidFill>
                  <a:srgbClr val="1A202C"/>
                </a:solidFill>
                <a:latin typeface="Arial"/>
              </a:rPr>
              <a:t>initiated (76%)</a:t>
            </a:r>
          </a:p>
        </p:txBody>
      </p:sp>
      <p:sp>
        <p:nvSpPr>
          <p:cNvPr id="7" name="TextBox 6"/>
          <p:cNvSpPr txBox="1"/>
          <p:nvPr/>
        </p:nvSpPr>
        <p:spPr>
          <a:xfrm>
            <a:off x="6400800" y="1005840"/>
            <a:ext cx="2743200" cy="822959"/>
          </a:xfrm>
          <a:prstGeom prst="rect">
            <a:avLst/>
          </a:prstGeom>
          <a:noFill/>
        </p:spPr>
        <p:txBody>
          <a:bodyPr wrap="square">
            <a:spAutoFit/>
          </a:bodyPr>
          <a:lstStyle/>
          <a:p>
            <a:pPr algn="ctr"/>
            <a:r>
              <a:rPr sz="5400" b="1" i="0">
                <a:solidFill>
                  <a:srgbClr val="32A03E"/>
                </a:solidFill>
                <a:latin typeface="Garamond"/>
              </a:rPr>
              <a:t>90%</a:t>
            </a:r>
          </a:p>
        </p:txBody>
      </p:sp>
      <p:sp>
        <p:nvSpPr>
          <p:cNvPr id="8" name="TextBox 7"/>
          <p:cNvSpPr txBox="1"/>
          <p:nvPr/>
        </p:nvSpPr>
        <p:spPr>
          <a:xfrm>
            <a:off x="6400800" y="1760220"/>
            <a:ext cx="2743200" cy="548640"/>
          </a:xfrm>
          <a:prstGeom prst="rect">
            <a:avLst/>
          </a:prstGeom>
          <a:noFill/>
        </p:spPr>
        <p:txBody>
          <a:bodyPr wrap="square">
            <a:spAutoFit/>
          </a:bodyPr>
          <a:lstStyle/>
          <a:p>
            <a:pPr algn="ctr"/>
            <a:r>
              <a:rPr sz="1600" b="0" i="0">
                <a:solidFill>
                  <a:srgbClr val="1A202C"/>
                </a:solidFill>
                <a:latin typeface="Arial"/>
              </a:rPr>
              <a:t>retained ≥3 months</a:t>
            </a:r>
          </a:p>
        </p:txBody>
      </p:sp>
      <p:sp>
        <p:nvSpPr>
          <p:cNvPr id="9" name="TextBox 8"/>
          <p:cNvSpPr txBox="1"/>
          <p:nvPr/>
        </p:nvSpPr>
        <p:spPr>
          <a:xfrm>
            <a:off x="9144000" y="1005840"/>
            <a:ext cx="2743200" cy="822959"/>
          </a:xfrm>
          <a:prstGeom prst="rect">
            <a:avLst/>
          </a:prstGeom>
          <a:noFill/>
        </p:spPr>
        <p:txBody>
          <a:bodyPr wrap="square">
            <a:spAutoFit/>
          </a:bodyPr>
          <a:lstStyle/>
          <a:p>
            <a:pPr algn="ctr"/>
            <a:r>
              <a:rPr sz="5400" b="1" i="0">
                <a:solidFill>
                  <a:srgbClr val="DC2626"/>
                </a:solidFill>
                <a:latin typeface="Garamond"/>
              </a:rPr>
              <a:t>2</a:t>
            </a:r>
          </a:p>
        </p:txBody>
      </p:sp>
      <p:sp>
        <p:nvSpPr>
          <p:cNvPr id="10" name="TextBox 9"/>
          <p:cNvSpPr txBox="1"/>
          <p:nvPr/>
        </p:nvSpPr>
        <p:spPr>
          <a:xfrm>
            <a:off x="9144000" y="1760220"/>
            <a:ext cx="2743200" cy="548640"/>
          </a:xfrm>
          <a:prstGeom prst="rect">
            <a:avLst/>
          </a:prstGeom>
          <a:noFill/>
        </p:spPr>
        <p:txBody>
          <a:bodyPr wrap="square">
            <a:spAutoFit/>
          </a:bodyPr>
          <a:lstStyle/>
          <a:p>
            <a:pPr algn="ctr"/>
            <a:r>
              <a:rPr sz="1600" b="0" i="0">
                <a:solidFill>
                  <a:srgbClr val="1A202C"/>
                </a:solidFill>
                <a:latin typeface="Arial"/>
              </a:rPr>
              <a:t>seroconversions</a:t>
            </a:r>
          </a:p>
        </p:txBody>
      </p:sp>
      <p:sp>
        <p:nvSpPr>
          <p:cNvPr id="11" name="TextBox 10"/>
          <p:cNvSpPr txBox="1"/>
          <p:nvPr/>
        </p:nvSpPr>
        <p:spPr>
          <a:xfrm>
            <a:off x="685800" y="2743200"/>
            <a:ext cx="10789920" cy="3200400"/>
          </a:xfrm>
          <a:prstGeom prst="rect">
            <a:avLst/>
          </a:prstGeom>
          <a:noFill/>
        </p:spPr>
        <p:txBody>
          <a:bodyPr wrap="square">
            <a:spAutoFit/>
          </a:bodyPr>
          <a:lstStyle/>
          <a:p>
            <a:pPr algn="l">
              <a:lnSpc>
                <a:spcPct val="125000"/>
              </a:lnSpc>
              <a:spcAft>
                <a:spcPts val="600"/>
              </a:spcAft>
            </a:pPr>
            <a:r>
              <a:rPr sz="1600">
                <a:solidFill>
                  <a:srgbClr val="1A202C"/>
                </a:solidFill>
                <a:latin typeface="Arial"/>
              </a:rPr>
              <a:t>•  Cohort: 65% unhoused, 55% stimulant use, 27% OUD, 19% TG/NB, 50% non-White</a:t>
            </a:r>
          </a:p>
          <a:p>
            <a:pPr algn="l">
              <a:lnSpc>
                <a:spcPct val="125000"/>
              </a:lnSpc>
              <a:spcAft>
                <a:spcPts val="600"/>
              </a:spcAft>
            </a:pPr>
            <a:r>
              <a:rPr sz="1600">
                <a:solidFill>
                  <a:srgbClr val="1A202C"/>
                </a:solidFill>
                <a:latin typeface="Arial"/>
              </a:rPr>
              <a:t>•  304 injections: 58% clinic, 21% shelters, 23% mobile outreach</a:t>
            </a:r>
          </a:p>
          <a:p>
            <a:pPr algn="l">
              <a:lnSpc>
                <a:spcPct val="125000"/>
              </a:lnSpc>
              <a:spcAft>
                <a:spcPts val="600"/>
              </a:spcAft>
            </a:pPr>
            <a:r>
              <a:rPr sz="1600">
                <a:solidFill>
                  <a:srgbClr val="1A202C"/>
                </a:solidFill>
                <a:latin typeface="Arial"/>
              </a:rPr>
              <a:t>•  Timing: 78% on time, 17% delayed 8–28 days, 7% delayed &gt;28 days</a:t>
            </a:r>
          </a:p>
          <a:p>
            <a:pPr algn="l">
              <a:lnSpc>
                <a:spcPct val="125000"/>
              </a:lnSpc>
              <a:spcAft>
                <a:spcPts val="600"/>
              </a:spcAft>
            </a:pPr>
            <a:r>
              <a:rPr sz="1600">
                <a:solidFill>
                  <a:srgbClr val="1A202C"/>
                </a:solidFill>
                <a:latin typeface="Arial"/>
              </a:rPr>
              <a:t>•  HIV testing: 68% any testing; 61% CDC guideline-concordant blood-based</a:t>
            </a:r>
          </a:p>
          <a:p>
            <a:pPr algn="l">
              <a:lnSpc>
                <a:spcPct val="125000"/>
              </a:lnSpc>
              <a:spcAft>
                <a:spcPts val="600"/>
              </a:spcAft>
            </a:pPr>
            <a:r>
              <a:rPr sz="1600">
                <a:solidFill>
                  <a:srgbClr val="1A202C"/>
                </a:solidFill>
                <a:latin typeface="Arial"/>
              </a:rPr>
              <a:t>•  Both seroconversions during prolonged lapses, NOT during imperfect dosing</a:t>
            </a:r>
          </a:p>
          <a:p>
            <a:pPr algn="l">
              <a:lnSpc>
                <a:spcPct val="125000"/>
              </a:lnSpc>
              <a:spcAft>
                <a:spcPts val="600"/>
              </a:spcAft>
            </a:pPr>
            <a:r>
              <a:rPr sz="1600">
                <a:solidFill>
                  <a:srgbClr val="1A202C"/>
                </a:solidFill>
                <a:latin typeface="Arial"/>
              </a:rPr>
              <a:t>•  Gift card disruption (~6 months) likely explains suboptimal retention</a:t>
            </a:r>
          </a:p>
        </p:txBody>
      </p:sp>
      <p:sp>
        <p:nvSpPr>
          <p:cNvPr id="12" name="Rounded Rectangle 11"/>
          <p:cNvSpPr/>
          <p:nvPr/>
        </p:nvSpPr>
        <p:spPr>
          <a:xfrm>
            <a:off x="685800" y="5303520"/>
            <a:ext cx="10515600" cy="822960"/>
          </a:xfrm>
          <a:prstGeom prst="roundRect">
            <a:avLst/>
          </a:prstGeom>
          <a:solidFill>
            <a:srgbClr val="E0F7F9"/>
          </a:solidFill>
          <a:ln w="25400">
            <a:solidFill>
              <a:srgbClr val="0095A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B2A4A"/>
                </a:solidFill>
                <a:latin typeface="Arial"/>
              </a:rPr>
              <a:t>Continuity of coverage &gt; protocol perfection. For PEH/PWUD: prioritize rapid initiation, outreach-based delivery, flexible lab protocols.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a:latin typeface="Garamond"/>
              </a:rPr>
              <a:t>Patient 1</a:t>
            </a:r>
          </a:p>
        </p:txBody>
      </p:sp>
      <p:sp>
        <p:nvSpPr>
          <p:cNvPr id="3" name="TextBox 2"/>
          <p:cNvSpPr txBox="1"/>
          <p:nvPr/>
        </p:nvSpPr>
        <p:spPr>
          <a:xfrm>
            <a:off x="914400" y="4389120"/>
            <a:ext cx="10058400" cy="548640"/>
          </a:xfrm>
          <a:prstGeom prst="rect">
            <a:avLst/>
          </a:prstGeom>
          <a:noFill/>
        </p:spPr>
        <p:txBody>
          <a:bodyPr wrap="square">
            <a:spAutoFit/>
          </a:bodyPr>
          <a:lstStyle/>
          <a:p>
            <a:pPr algn="ctr"/>
            <a:r>
              <a:rPr sz="1800" b="0" i="0">
                <a:solidFill>
                  <a:srgbClr val="FFFFFF"/>
                </a:solidFill>
                <a:latin typeface="Arial"/>
              </a:rPr>
              <a:t>49M, SRO housing, schizophrenia, methamphetamine use disorder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274320"/>
            <a:ext cx="10789920" cy="731520"/>
          </a:xfrm>
          <a:prstGeom prst="rect">
            <a:avLst/>
          </a:prstGeom>
          <a:noFill/>
        </p:spPr>
        <p:txBody>
          <a:bodyPr wrap="square">
            <a:spAutoFit/>
          </a:bodyPr>
          <a:lstStyle/>
          <a:p>
            <a:pPr algn="l"/>
            <a:r>
              <a:rPr sz="3600" b="1" i="0">
                <a:solidFill>
                  <a:srgbClr val="1B2A4A"/>
                </a:solidFill>
                <a:latin typeface="Garamond"/>
              </a:rPr>
              <a:t>Patient 1 — Background</a:t>
            </a:r>
          </a:p>
        </p:txBody>
      </p:sp>
      <p:sp>
        <p:nvSpPr>
          <p:cNvPr id="3" name="TextBox 2"/>
          <p:cNvSpPr txBox="1"/>
          <p:nvPr/>
        </p:nvSpPr>
        <p:spPr>
          <a:xfrm>
            <a:off x="685800" y="1188720"/>
            <a:ext cx="10789920" cy="5029200"/>
          </a:xfrm>
          <a:prstGeom prst="rect">
            <a:avLst/>
          </a:prstGeom>
          <a:noFill/>
        </p:spPr>
        <p:txBody>
          <a:bodyPr wrap="square">
            <a:spAutoFit/>
          </a:bodyPr>
          <a:lstStyle/>
          <a:p>
            <a:pPr algn="l">
              <a:lnSpc>
                <a:spcPct val="125000"/>
              </a:lnSpc>
              <a:spcAft>
                <a:spcPts val="600"/>
              </a:spcAft>
            </a:pPr>
            <a:r>
              <a:rPr sz="1800">
                <a:solidFill>
                  <a:srgbClr val="1A202C"/>
                </a:solidFill>
                <a:latin typeface="Arial"/>
              </a:rPr>
              <a:t>•  49-year-old man, housed in SRO (Tenderloin)</a:t>
            </a:r>
          </a:p>
          <a:p>
            <a:pPr algn="l">
              <a:lnSpc>
                <a:spcPct val="125000"/>
              </a:lnSpc>
              <a:spcAft>
                <a:spcPts val="600"/>
              </a:spcAft>
            </a:pPr>
            <a:r>
              <a:rPr sz="1800">
                <a:solidFill>
                  <a:srgbClr val="1A202C"/>
                </a:solidFill>
                <a:latin typeface="Arial"/>
              </a:rPr>
              <a:t>•  HIV diagnosed 2010</a:t>
            </a:r>
          </a:p>
          <a:p>
            <a:pPr algn="l">
              <a:lnSpc>
                <a:spcPct val="125000"/>
              </a:lnSpc>
              <a:spcAft>
                <a:spcPts val="600"/>
              </a:spcAft>
            </a:pPr>
            <a:r>
              <a:rPr sz="1800">
                <a:solidFill>
                  <a:srgbClr val="1A202C"/>
                </a:solidFill>
                <a:latin typeface="Arial"/>
              </a:rPr>
              <a:t>•  Schizophrenia, bipolar disorder, psychosis NOS; methamphetamine use disorder</a:t>
            </a:r>
          </a:p>
          <a:p>
            <a:pPr algn="l">
              <a:lnSpc>
                <a:spcPct val="125000"/>
              </a:lnSpc>
              <a:spcAft>
                <a:spcPts val="600"/>
              </a:spcAft>
            </a:pPr>
            <a:r>
              <a:rPr sz="1800">
                <a:solidFill>
                  <a:srgbClr val="1A202C"/>
                </a:solidFill>
                <a:latin typeface="Arial"/>
              </a:rPr>
              <a:t>•  NOT interested in antipsychotics or psychiatry; no cell phone</a:t>
            </a:r>
          </a:p>
          <a:p>
            <a:pPr algn="l">
              <a:lnSpc>
                <a:spcPct val="125000"/>
              </a:lnSpc>
              <a:spcAft>
                <a:spcPts val="600"/>
              </a:spcAft>
            </a:pPr>
            <a:r>
              <a:rPr sz="1800">
                <a:solidFill>
                  <a:srgbClr val="1A202C"/>
                </a:solidFill>
                <a:latin typeface="Arial"/>
              </a:rPr>
              <a:t>•  Unable to maintain oral ART x5 years (tried EFV/TDF/FTC, RPV/TDF/FTC, EVG/c/TAF/FTC, BIC/TAF/FTC)</a:t>
            </a:r>
          </a:p>
          <a:p>
            <a:pPr algn="l">
              <a:lnSpc>
                <a:spcPct val="125000"/>
              </a:lnSpc>
              <a:spcAft>
                <a:spcPts val="600"/>
              </a:spcAft>
            </a:pPr>
            <a:r>
              <a:rPr sz="1800">
                <a:solidFill>
                  <a:srgbClr val="1A202C"/>
                </a:solidFill>
                <a:latin typeface="Arial"/>
              </a:rPr>
              <a:t>•  Baseline: CD4 334, VL 340 c/mL</a:t>
            </a:r>
          </a:p>
          <a:p>
            <a:pPr algn="l">
              <a:lnSpc>
                <a:spcPct val="125000"/>
              </a:lnSpc>
              <a:spcAft>
                <a:spcPts val="600"/>
              </a:spcAft>
            </a:pPr>
            <a:r>
              <a:rPr sz="1800">
                <a:solidFill>
                  <a:srgbClr val="1A202C"/>
                </a:solidFill>
                <a:latin typeface="Arial"/>
              </a:rPr>
              <a:t>•  Genotype: Y181C + M184V = high-level RPV resistance; NO INSTI mutations</a:t>
            </a:r>
          </a:p>
          <a:p>
            <a:pPr algn="l">
              <a:lnSpc>
                <a:spcPct val="125000"/>
              </a:lnSpc>
              <a:spcAft>
                <a:spcPts val="600"/>
              </a:spcAft>
            </a:pPr>
            <a:r>
              <a:rPr sz="1800">
                <a:solidFill>
                  <a:srgbClr val="1A202C"/>
                </a:solidFill>
                <a:latin typeface="Arial"/>
              </a:rPr>
              <a:t>•  3rd visit to MXM in 3 months — first sustained engagement in years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52049"/>
        </a:solidFill>
        <a:effectLst/>
      </p:bgPr>
    </p:bg>
    <p:spTree>
      <p:nvGrpSpPr>
        <p:cNvPr id="1" name=""/>
        <p:cNvGrpSpPr/>
        <p:nvPr/>
      </p:nvGrpSpPr>
      <p:grpSpPr/>
      <p:sp>
        <p:nvSpPr>
          <p:cNvPr id="2" name="TextBox 1"/>
          <p:cNvSpPr txBox="1"/>
          <p:nvPr/>
        </p:nvSpPr>
        <p:spPr>
          <a:xfrm>
            <a:off x="685800" y="274320"/>
            <a:ext cx="3200400" cy="457200"/>
          </a:xfrm>
          <a:prstGeom prst="rect">
            <a:avLst/>
          </a:prstGeom>
          <a:noFill/>
        </p:spPr>
        <p:txBody>
          <a:bodyPr wrap="square">
            <a:spAutoFit/>
          </a:bodyPr>
          <a:lstStyle/>
          <a:p>
            <a:pPr algn="l"/>
            <a:r>
              <a:rPr sz="1400" b="1" i="0">
                <a:solidFill>
                  <a:srgbClr val="0095A8"/>
                </a:solidFill>
                <a:latin typeface="Arial"/>
              </a:rPr>
              <a:t>POLL EVERYWHERE</a:t>
            </a:r>
          </a:p>
        </p:txBody>
      </p:sp>
      <p:sp>
        <p:nvSpPr>
          <p:cNvPr id="3" name="TextBox 2"/>
          <p:cNvSpPr txBox="1"/>
          <p:nvPr/>
        </p:nvSpPr>
        <p:spPr>
          <a:xfrm>
            <a:off x="685800" y="822960"/>
            <a:ext cx="10789920" cy="914400"/>
          </a:xfrm>
          <a:prstGeom prst="rect">
            <a:avLst/>
          </a:prstGeom>
          <a:noFill/>
        </p:spPr>
        <p:txBody>
          <a:bodyPr wrap="square">
            <a:spAutoFit/>
          </a:bodyPr>
          <a:lstStyle/>
          <a:p>
            <a:pPr algn="l"/>
            <a:r>
              <a:rPr sz="2800" b="1" i="0">
                <a:solidFill>
                  <a:srgbClr val="FFFFFF"/>
                </a:solidFill>
                <a:latin typeface="Garamond"/>
              </a:rPr>
              <a:t>Would you start this patient on LA-ART?</a:t>
            </a:r>
          </a:p>
        </p:txBody>
      </p:sp>
      <p:sp>
        <p:nvSpPr>
          <p:cNvPr id="4" name="TextBox 3"/>
          <p:cNvSpPr txBox="1"/>
          <p:nvPr/>
        </p:nvSpPr>
        <p:spPr>
          <a:xfrm>
            <a:off x="1097280" y="2011680"/>
            <a:ext cx="10058400" cy="640080"/>
          </a:xfrm>
          <a:prstGeom prst="rect">
            <a:avLst/>
          </a:prstGeom>
          <a:noFill/>
        </p:spPr>
        <p:txBody>
          <a:bodyPr wrap="square">
            <a:spAutoFit/>
          </a:bodyPr>
          <a:lstStyle/>
          <a:p>
            <a:r>
              <a:rPr sz="2000" b="1">
                <a:solidFill>
                  <a:srgbClr val="0095A8"/>
                </a:solidFill>
                <a:latin typeface="Arial"/>
              </a:rPr>
              <a:t>A:  </a:t>
            </a:r>
            <a:r>
              <a:rPr sz="2000">
                <a:solidFill>
                  <a:srgbClr val="FFFFFF"/>
                </a:solidFill>
                <a:latin typeface="Arial"/>
              </a:rPr>
              <a:t>No — not with untreated schizophrenia/psychosis</a:t>
            </a:r>
          </a:p>
        </p:txBody>
      </p:sp>
      <p:sp>
        <p:nvSpPr>
          <p:cNvPr id="5" name="TextBox 4"/>
          <p:cNvSpPr txBox="1"/>
          <p:nvPr/>
        </p:nvSpPr>
        <p:spPr>
          <a:xfrm>
            <a:off x="1097280" y="2788920"/>
            <a:ext cx="10058400" cy="640080"/>
          </a:xfrm>
          <a:prstGeom prst="rect">
            <a:avLst/>
          </a:prstGeom>
          <a:noFill/>
        </p:spPr>
        <p:txBody>
          <a:bodyPr wrap="square">
            <a:spAutoFit/>
          </a:bodyPr>
          <a:lstStyle/>
          <a:p>
            <a:r>
              <a:rPr sz="2000" b="1">
                <a:solidFill>
                  <a:srgbClr val="0095A8"/>
                </a:solidFill>
                <a:latin typeface="Arial"/>
              </a:rPr>
              <a:t>B:  </a:t>
            </a:r>
            <a:r>
              <a:rPr sz="2000">
                <a:solidFill>
                  <a:srgbClr val="FFFFFF"/>
                </a:solidFill>
                <a:latin typeface="Arial"/>
              </a:rPr>
              <a:t>Yes, but wait until he has a cell phone</a:t>
            </a:r>
          </a:p>
        </p:txBody>
      </p:sp>
      <p:sp>
        <p:nvSpPr>
          <p:cNvPr id="6" name="TextBox 5"/>
          <p:cNvSpPr txBox="1"/>
          <p:nvPr/>
        </p:nvSpPr>
        <p:spPr>
          <a:xfrm>
            <a:off x="1097280" y="3566160"/>
            <a:ext cx="10058400" cy="640080"/>
          </a:xfrm>
          <a:prstGeom prst="rect">
            <a:avLst/>
          </a:prstGeom>
          <a:noFill/>
        </p:spPr>
        <p:txBody>
          <a:bodyPr wrap="square">
            <a:spAutoFit/>
          </a:bodyPr>
          <a:lstStyle/>
          <a:p>
            <a:r>
              <a:rPr sz="2000" b="1">
                <a:solidFill>
                  <a:srgbClr val="0095A8"/>
                </a:solidFill>
                <a:latin typeface="Arial"/>
              </a:rPr>
              <a:t>C:  </a:t>
            </a:r>
            <a:r>
              <a:rPr sz="2000">
                <a:solidFill>
                  <a:srgbClr val="FFFFFF"/>
                </a:solidFill>
                <a:latin typeface="Arial"/>
              </a:rPr>
              <a:t>Yes — start CAB/RPV monthly</a:t>
            </a:r>
          </a:p>
        </p:txBody>
      </p:sp>
      <p:sp>
        <p:nvSpPr>
          <p:cNvPr id="7" name="TextBox 6"/>
          <p:cNvSpPr txBox="1"/>
          <p:nvPr/>
        </p:nvSpPr>
        <p:spPr>
          <a:xfrm>
            <a:off x="1097280" y="4343400"/>
            <a:ext cx="10058400" cy="640080"/>
          </a:xfrm>
          <a:prstGeom prst="rect">
            <a:avLst/>
          </a:prstGeom>
          <a:noFill/>
        </p:spPr>
        <p:txBody>
          <a:bodyPr wrap="square">
            <a:spAutoFit/>
          </a:bodyPr>
          <a:lstStyle/>
          <a:p>
            <a:r>
              <a:rPr sz="2000" b="1">
                <a:solidFill>
                  <a:srgbClr val="0095A8"/>
                </a:solidFill>
                <a:latin typeface="Arial"/>
              </a:rPr>
              <a:t>D:  </a:t>
            </a:r>
            <a:r>
              <a:rPr sz="2000">
                <a:solidFill>
                  <a:srgbClr val="FFFFFF"/>
                </a:solidFill>
                <a:latin typeface="Arial"/>
              </a:rPr>
              <a:t>Yes — start CAB monthly + LEN q6 months</a:t>
            </a:r>
          </a:p>
        </p:txBody>
      </p:sp>
      <p:sp>
        <p:nvSpPr>
          <p:cNvPr id="8" name="TextBox 7"/>
          <p:cNvSpPr txBox="1"/>
          <p:nvPr/>
        </p:nvSpPr>
        <p:spPr>
          <a:xfrm>
            <a:off x="1097280" y="5120640"/>
            <a:ext cx="10058400" cy="640080"/>
          </a:xfrm>
          <a:prstGeom prst="rect">
            <a:avLst/>
          </a:prstGeom>
          <a:noFill/>
        </p:spPr>
        <p:txBody>
          <a:bodyPr wrap="square">
            <a:spAutoFit/>
          </a:bodyPr>
          <a:lstStyle/>
          <a:p>
            <a:r>
              <a:rPr sz="2000" b="1">
                <a:solidFill>
                  <a:srgbClr val="0095A8"/>
                </a:solidFill>
                <a:latin typeface="Arial"/>
              </a:rPr>
              <a:t>E:  </a:t>
            </a:r>
            <a:r>
              <a:rPr sz="2000">
                <a:solidFill>
                  <a:srgbClr val="FFFFFF"/>
                </a:solidFill>
                <a:latin typeface="Arial"/>
              </a:rPr>
              <a:t>Yes — start CAB/RPV q2-months + LEN q6 months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274320"/>
            <a:ext cx="10789920" cy="731520"/>
          </a:xfrm>
          <a:prstGeom prst="rect">
            <a:avLst/>
          </a:prstGeom>
          <a:noFill/>
        </p:spPr>
        <p:txBody>
          <a:bodyPr wrap="square">
            <a:spAutoFit/>
          </a:bodyPr>
          <a:lstStyle/>
          <a:p>
            <a:pPr algn="l"/>
            <a:r>
              <a:rPr sz="3600" b="1" i="0">
                <a:solidFill>
                  <a:srgbClr val="1B2A4A"/>
                </a:solidFill>
                <a:latin typeface="Garamond"/>
              </a:rPr>
              <a:t>Patient 1 — Why D Is Correct</a:t>
            </a:r>
          </a:p>
        </p:txBody>
      </p:sp>
      <p:sp>
        <p:nvSpPr>
          <p:cNvPr id="3" name="TextBox 2"/>
          <p:cNvSpPr txBox="1"/>
          <p:nvPr/>
        </p:nvSpPr>
        <p:spPr>
          <a:xfrm>
            <a:off x="685800" y="1097280"/>
            <a:ext cx="10789920" cy="1828800"/>
          </a:xfrm>
          <a:prstGeom prst="rect">
            <a:avLst/>
          </a:prstGeom>
          <a:noFill/>
        </p:spPr>
        <p:txBody>
          <a:bodyPr wrap="square">
            <a:spAutoFit/>
          </a:bodyPr>
          <a:lstStyle/>
          <a:p>
            <a:pPr algn="l">
              <a:lnSpc>
                <a:spcPct val="120000"/>
              </a:lnSpc>
              <a:spcAft>
                <a:spcPts val="600"/>
              </a:spcAft>
            </a:pPr>
            <a:r>
              <a:rPr sz="1400">
                <a:solidFill>
                  <a:srgbClr val="5F6B7A"/>
                </a:solidFill>
                <a:latin typeface="Arial"/>
              </a:rPr>
              <a:t>•  A: Untreated psychiatric illness is the rule, not exception, at MXM</a:t>
            </a:r>
          </a:p>
          <a:p>
            <a:pPr algn="l">
              <a:lnSpc>
                <a:spcPct val="120000"/>
              </a:lnSpc>
              <a:spcAft>
                <a:spcPts val="600"/>
              </a:spcAft>
            </a:pPr>
            <a:r>
              <a:rPr sz="1400">
                <a:solidFill>
                  <a:srgbClr val="5F6B7A"/>
                </a:solidFill>
                <a:latin typeface="Arial"/>
              </a:rPr>
              <a:t>•  B: No phone is not a barrier — outreach RN goes to his SRO</a:t>
            </a:r>
          </a:p>
          <a:p>
            <a:pPr algn="l">
              <a:lnSpc>
                <a:spcPct val="120000"/>
              </a:lnSpc>
              <a:spcAft>
                <a:spcPts val="600"/>
              </a:spcAft>
            </a:pPr>
            <a:r>
              <a:rPr sz="1400">
                <a:solidFill>
                  <a:srgbClr val="5F6B7A"/>
                </a:solidFill>
                <a:latin typeface="Arial"/>
              </a:rPr>
              <a:t>•  C: Y181C = high-level RPV resistance; CAB monotherapy risk with any lapse</a:t>
            </a:r>
          </a:p>
          <a:p>
            <a:pPr algn="l">
              <a:lnSpc>
                <a:spcPct val="120000"/>
              </a:lnSpc>
              <a:spcAft>
                <a:spcPts val="600"/>
              </a:spcAft>
            </a:pPr>
            <a:r>
              <a:rPr sz="1400">
                <a:solidFill>
                  <a:srgbClr val="5F6B7A"/>
                </a:solidFill>
                <a:latin typeface="Arial"/>
              </a:rPr>
              <a:t>•  E: Including RPV with documented resistance weakens regimen</a:t>
            </a:r>
          </a:p>
        </p:txBody>
      </p:sp>
      <p:sp>
        <p:nvSpPr>
          <p:cNvPr id="4" name="Rounded Rectangle 3"/>
          <p:cNvSpPr/>
          <p:nvPr/>
        </p:nvSpPr>
        <p:spPr>
          <a:xfrm>
            <a:off x="685800" y="2743200"/>
            <a:ext cx="10515600" cy="640080"/>
          </a:xfrm>
          <a:prstGeom prst="roundRect">
            <a:avLst/>
          </a:prstGeom>
          <a:solidFill>
            <a:srgbClr val="E0F7F9"/>
          </a:solidFill>
          <a:ln w="25400">
            <a:solidFill>
              <a:srgbClr val="0095A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B2A4A"/>
                </a:solidFill>
                <a:latin typeface="Arial"/>
              </a:rPr>
              <a:t>D: Drop RPV (resistance), add LEN as capsid inhibitor backbone to protect INSTI class during lapses</a:t>
            </a:r>
          </a:p>
        </p:txBody>
      </p:sp>
      <p:sp>
        <p:nvSpPr>
          <p:cNvPr id="5" name="TextBox 4"/>
          <p:cNvSpPr txBox="1"/>
          <p:nvPr/>
        </p:nvSpPr>
        <p:spPr>
          <a:xfrm>
            <a:off x="685800" y="3657600"/>
            <a:ext cx="5486400" cy="365760"/>
          </a:xfrm>
          <a:prstGeom prst="rect">
            <a:avLst/>
          </a:prstGeom>
          <a:noFill/>
        </p:spPr>
        <p:txBody>
          <a:bodyPr wrap="square">
            <a:spAutoFit/>
          </a:bodyPr>
          <a:lstStyle/>
          <a:p>
            <a:pPr algn="l"/>
            <a:r>
              <a:rPr sz="1800" b="1" i="0">
                <a:solidFill>
                  <a:srgbClr val="0095A8"/>
                </a:solidFill>
                <a:latin typeface="Arial"/>
              </a:rPr>
              <a:t>Phase 1 — Success (14 months):</a:t>
            </a:r>
          </a:p>
        </p:txBody>
      </p:sp>
      <p:sp>
        <p:nvSpPr>
          <p:cNvPr id="6" name="TextBox 5"/>
          <p:cNvSpPr txBox="1"/>
          <p:nvPr/>
        </p:nvSpPr>
        <p:spPr>
          <a:xfrm>
            <a:off x="685800" y="4114800"/>
            <a:ext cx="5029200" cy="1371600"/>
          </a:xfrm>
          <a:prstGeom prst="rect">
            <a:avLst/>
          </a:prstGeom>
          <a:noFill/>
        </p:spPr>
        <p:txBody>
          <a:bodyPr wrap="square">
            <a:spAutoFit/>
          </a:bodyPr>
          <a:lstStyle/>
          <a:p>
            <a:pPr algn="l">
              <a:lnSpc>
                <a:spcPct val="120000"/>
              </a:lnSpc>
              <a:spcAft>
                <a:spcPts val="600"/>
              </a:spcAft>
            </a:pPr>
            <a:r>
              <a:rPr sz="1400">
                <a:solidFill>
                  <a:srgbClr val="1A202C"/>
                </a:solidFill>
                <a:latin typeface="Arial"/>
              </a:rPr>
              <a:t>•  CAB monthly + LEN q6 months</a:t>
            </a:r>
          </a:p>
          <a:p>
            <a:pPr algn="l">
              <a:lnSpc>
                <a:spcPct val="120000"/>
              </a:lnSpc>
              <a:spcAft>
                <a:spcPts val="600"/>
              </a:spcAft>
            </a:pPr>
            <a:r>
              <a:rPr sz="1400">
                <a:solidFill>
                  <a:srgbClr val="1A202C"/>
                </a:solidFill>
                <a:latin typeface="Arial"/>
              </a:rPr>
              <a:t>•  16 injections, ALL on time (MXM or outreach RN at SRO)</a:t>
            </a:r>
          </a:p>
          <a:p>
            <a:pPr algn="l">
              <a:lnSpc>
                <a:spcPct val="120000"/>
              </a:lnSpc>
              <a:spcAft>
                <a:spcPts val="600"/>
              </a:spcAft>
            </a:pPr>
            <a:r>
              <a:rPr sz="1400">
                <a:solidFill>
                  <a:srgbClr val="1A202C"/>
                </a:solidFill>
                <a:latin typeface="Arial"/>
              </a:rPr>
              <a:t>•  VL undetectable throughout</a:t>
            </a:r>
          </a:p>
        </p:txBody>
      </p:sp>
      <p:sp>
        <p:nvSpPr>
          <p:cNvPr id="7" name="TextBox 6"/>
          <p:cNvSpPr txBox="1"/>
          <p:nvPr/>
        </p:nvSpPr>
        <p:spPr>
          <a:xfrm>
            <a:off x="6400800" y="3657600"/>
            <a:ext cx="5029200" cy="365760"/>
          </a:xfrm>
          <a:prstGeom prst="rect">
            <a:avLst/>
          </a:prstGeom>
          <a:noFill/>
        </p:spPr>
        <p:txBody>
          <a:bodyPr wrap="square">
            <a:spAutoFit/>
          </a:bodyPr>
          <a:lstStyle/>
          <a:p>
            <a:pPr algn="l"/>
            <a:r>
              <a:rPr sz="1800" b="1" i="0">
                <a:solidFill>
                  <a:srgbClr val="DC2626"/>
                </a:solidFill>
                <a:latin typeface="Arial"/>
              </a:rPr>
              <a:t>Then: LTFU</a:t>
            </a:r>
          </a:p>
        </p:txBody>
      </p:sp>
      <p:sp>
        <p:nvSpPr>
          <p:cNvPr id="8" name="TextBox 7"/>
          <p:cNvSpPr txBox="1"/>
          <p:nvPr/>
        </p:nvSpPr>
        <p:spPr>
          <a:xfrm>
            <a:off x="6400800" y="4114800"/>
            <a:ext cx="5029200" cy="1371600"/>
          </a:xfrm>
          <a:prstGeom prst="rect">
            <a:avLst/>
          </a:prstGeom>
          <a:noFill/>
        </p:spPr>
        <p:txBody>
          <a:bodyPr wrap="square">
            <a:spAutoFit/>
          </a:bodyPr>
          <a:lstStyle/>
          <a:p>
            <a:pPr algn="l">
              <a:lnSpc>
                <a:spcPct val="120000"/>
              </a:lnSpc>
              <a:spcAft>
                <a:spcPts val="600"/>
              </a:spcAft>
            </a:pPr>
            <a:r>
              <a:rPr sz="1400">
                <a:solidFill>
                  <a:srgbClr val="1A202C"/>
                </a:solidFill>
                <a:latin typeface="Arial"/>
              </a:rPr>
              <a:t>•  Disappeared ~3 months; biked &gt;300 miles</a:t>
            </a:r>
          </a:p>
          <a:p>
            <a:pPr algn="l">
              <a:lnSpc>
                <a:spcPct val="120000"/>
              </a:lnSpc>
              <a:spcAft>
                <a:spcPts val="600"/>
              </a:spcAft>
            </a:pPr>
            <a:r>
              <a:rPr sz="1400">
                <a:solidFill>
                  <a:srgbClr val="1A202C"/>
                </a:solidFill>
                <a:latin typeface="Arial"/>
              </a:rPr>
              <a:t>•  Returns 10 wks after last CAB, 4 wks after last LEN</a:t>
            </a:r>
          </a:p>
          <a:p>
            <a:pPr algn="l">
              <a:lnSpc>
                <a:spcPct val="120000"/>
              </a:lnSpc>
              <a:spcAft>
                <a:spcPts val="600"/>
              </a:spcAft>
            </a:pPr>
            <a:r>
              <a:rPr sz="1400">
                <a:solidFill>
                  <a:srgbClr val="1A202C"/>
                </a:solidFill>
                <a:latin typeface="Arial"/>
              </a:rPr>
              <a:t>•  Wants to restart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52049"/>
        </a:solidFill>
        <a:effectLst/>
      </p:bgPr>
    </p:bg>
    <p:spTree>
      <p:nvGrpSpPr>
        <p:cNvPr id="1" name=""/>
        <p:cNvGrpSpPr/>
        <p:nvPr/>
      </p:nvGrpSpPr>
      <p:grpSpPr/>
      <p:sp>
        <p:nvSpPr>
          <p:cNvPr id="2" name="TextBox 1"/>
          <p:cNvSpPr txBox="1"/>
          <p:nvPr/>
        </p:nvSpPr>
        <p:spPr>
          <a:xfrm>
            <a:off x="685800" y="274320"/>
            <a:ext cx="3200400" cy="457200"/>
          </a:xfrm>
          <a:prstGeom prst="rect">
            <a:avLst/>
          </a:prstGeom>
          <a:noFill/>
        </p:spPr>
        <p:txBody>
          <a:bodyPr wrap="square">
            <a:spAutoFit/>
          </a:bodyPr>
          <a:lstStyle/>
          <a:p>
            <a:pPr algn="l"/>
            <a:r>
              <a:rPr sz="1400" b="1" i="0">
                <a:solidFill>
                  <a:srgbClr val="0095A8"/>
                </a:solidFill>
                <a:latin typeface="Arial"/>
              </a:rPr>
              <a:t>POLL EVERYWHERE</a:t>
            </a:r>
          </a:p>
        </p:txBody>
      </p:sp>
      <p:sp>
        <p:nvSpPr>
          <p:cNvPr id="3" name="TextBox 2"/>
          <p:cNvSpPr txBox="1"/>
          <p:nvPr/>
        </p:nvSpPr>
        <p:spPr>
          <a:xfrm>
            <a:off x="685800" y="822960"/>
            <a:ext cx="10789920" cy="914400"/>
          </a:xfrm>
          <a:prstGeom prst="rect">
            <a:avLst/>
          </a:prstGeom>
          <a:noFill/>
        </p:spPr>
        <p:txBody>
          <a:bodyPr wrap="square">
            <a:spAutoFit/>
          </a:bodyPr>
          <a:lstStyle/>
          <a:p>
            <a:pPr algn="l"/>
            <a:r>
              <a:rPr sz="2800" b="1" i="0">
                <a:solidFill>
                  <a:srgbClr val="FFFFFF"/>
                </a:solidFill>
                <a:latin typeface="Garamond"/>
              </a:rPr>
              <a:t>He returns 10 weeks after last CAB/RPV, 4 weeks after last LEN.
In addition to drawing HIV VL + RNA genotype, what do you do today?</a:t>
            </a:r>
          </a:p>
        </p:txBody>
      </p:sp>
      <p:sp>
        <p:nvSpPr>
          <p:cNvPr id="4" name="TextBox 3"/>
          <p:cNvSpPr txBox="1"/>
          <p:nvPr/>
        </p:nvSpPr>
        <p:spPr>
          <a:xfrm>
            <a:off x="1097280" y="2011680"/>
            <a:ext cx="10058400" cy="640080"/>
          </a:xfrm>
          <a:prstGeom prst="rect">
            <a:avLst/>
          </a:prstGeom>
          <a:noFill/>
        </p:spPr>
        <p:txBody>
          <a:bodyPr wrap="square">
            <a:spAutoFit/>
          </a:bodyPr>
          <a:lstStyle/>
          <a:p>
            <a:r>
              <a:rPr sz="2000" b="1">
                <a:solidFill>
                  <a:srgbClr val="0095A8"/>
                </a:solidFill>
                <a:latin typeface="Arial"/>
              </a:rPr>
              <a:t>A:  </a:t>
            </a:r>
            <a:r>
              <a:rPr sz="2000">
                <a:solidFill>
                  <a:srgbClr val="FFFFFF"/>
                </a:solidFill>
                <a:latin typeface="Arial"/>
              </a:rPr>
              <a:t>Nothing today — have him return in 2–3 days once labs result</a:t>
            </a:r>
          </a:p>
        </p:txBody>
      </p:sp>
      <p:sp>
        <p:nvSpPr>
          <p:cNvPr id="5" name="TextBox 4"/>
          <p:cNvSpPr txBox="1"/>
          <p:nvPr/>
        </p:nvSpPr>
        <p:spPr>
          <a:xfrm>
            <a:off x="1097280" y="2788920"/>
            <a:ext cx="10058400" cy="640080"/>
          </a:xfrm>
          <a:prstGeom prst="rect">
            <a:avLst/>
          </a:prstGeom>
          <a:noFill/>
        </p:spPr>
        <p:txBody>
          <a:bodyPr wrap="square">
            <a:spAutoFit/>
          </a:bodyPr>
          <a:lstStyle/>
          <a:p>
            <a:r>
              <a:rPr sz="2000" b="1">
                <a:solidFill>
                  <a:srgbClr val="0095A8"/>
                </a:solidFill>
                <a:latin typeface="Arial"/>
              </a:rPr>
              <a:t>B:  </a:t>
            </a:r>
            <a:r>
              <a:rPr sz="2000">
                <a:solidFill>
                  <a:srgbClr val="FFFFFF"/>
                </a:solidFill>
                <a:latin typeface="Arial"/>
              </a:rPr>
              <a:t>Start BIC/TAF/FTC oral bridge until labs return</a:t>
            </a:r>
          </a:p>
        </p:txBody>
      </p:sp>
      <p:sp>
        <p:nvSpPr>
          <p:cNvPr id="6" name="TextBox 5"/>
          <p:cNvSpPr txBox="1"/>
          <p:nvPr/>
        </p:nvSpPr>
        <p:spPr>
          <a:xfrm>
            <a:off x="1097280" y="3566160"/>
            <a:ext cx="10058400" cy="640080"/>
          </a:xfrm>
          <a:prstGeom prst="rect">
            <a:avLst/>
          </a:prstGeom>
          <a:noFill/>
        </p:spPr>
        <p:txBody>
          <a:bodyPr wrap="square">
            <a:spAutoFit/>
          </a:bodyPr>
          <a:lstStyle/>
          <a:p>
            <a:r>
              <a:rPr sz="2000" b="1">
                <a:solidFill>
                  <a:srgbClr val="0095A8"/>
                </a:solidFill>
                <a:latin typeface="Arial"/>
              </a:rPr>
              <a:t>C:  </a:t>
            </a:r>
            <a:r>
              <a:rPr sz="2000">
                <a:solidFill>
                  <a:srgbClr val="FFFFFF"/>
                </a:solidFill>
                <a:latin typeface="Arial"/>
              </a:rPr>
              <a:t>Start DRV/c/TAF/FTC empirically until labs return</a:t>
            </a:r>
          </a:p>
        </p:txBody>
      </p:sp>
      <p:sp>
        <p:nvSpPr>
          <p:cNvPr id="7" name="TextBox 6"/>
          <p:cNvSpPr txBox="1"/>
          <p:nvPr/>
        </p:nvSpPr>
        <p:spPr>
          <a:xfrm>
            <a:off x="1097280" y="4343400"/>
            <a:ext cx="10058400" cy="640080"/>
          </a:xfrm>
          <a:prstGeom prst="rect">
            <a:avLst/>
          </a:prstGeom>
          <a:noFill/>
        </p:spPr>
        <p:txBody>
          <a:bodyPr wrap="square">
            <a:spAutoFit/>
          </a:bodyPr>
          <a:lstStyle/>
          <a:p>
            <a:r>
              <a:rPr sz="2000" b="1">
                <a:solidFill>
                  <a:srgbClr val="0095A8"/>
                </a:solidFill>
                <a:latin typeface="Arial"/>
              </a:rPr>
              <a:t>D:  </a:t>
            </a:r>
            <a:r>
              <a:rPr sz="2000">
                <a:solidFill>
                  <a:srgbClr val="FFFFFF"/>
                </a:solidFill>
                <a:latin typeface="Arial"/>
              </a:rPr>
              <a:t>Administer LEN + CAB today and plan for close follow-up</a:t>
            </a:r>
          </a:p>
        </p:txBody>
      </p:sp>
      <p:sp>
        <p:nvSpPr>
          <p:cNvPr id="8" name="TextBox 7"/>
          <p:cNvSpPr txBox="1"/>
          <p:nvPr/>
        </p:nvSpPr>
        <p:spPr>
          <a:xfrm>
            <a:off x="1097280" y="5120640"/>
            <a:ext cx="10058400" cy="640080"/>
          </a:xfrm>
          <a:prstGeom prst="rect">
            <a:avLst/>
          </a:prstGeom>
          <a:noFill/>
        </p:spPr>
        <p:txBody>
          <a:bodyPr wrap="square">
            <a:spAutoFit/>
          </a:bodyPr>
          <a:lstStyle/>
          <a:p>
            <a:r>
              <a:rPr sz="2000" b="1">
                <a:solidFill>
                  <a:srgbClr val="0095A8"/>
                </a:solidFill>
                <a:latin typeface="Arial"/>
              </a:rPr>
              <a:t>E:  </a:t>
            </a:r>
            <a:r>
              <a:rPr sz="2000">
                <a:solidFill>
                  <a:srgbClr val="FFFFFF"/>
                </a:solidFill>
                <a:latin typeface="Arial"/>
              </a:rPr>
              <a:t>Another reasonable option? (open to audience)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274320"/>
            <a:ext cx="10789920" cy="731520"/>
          </a:xfrm>
          <a:prstGeom prst="rect">
            <a:avLst/>
          </a:prstGeom>
          <a:noFill/>
        </p:spPr>
        <p:txBody>
          <a:bodyPr wrap="square">
            <a:spAutoFit/>
          </a:bodyPr>
          <a:lstStyle/>
          <a:p>
            <a:pPr algn="l"/>
            <a:r>
              <a:rPr sz="3600" b="1" i="0">
                <a:solidFill>
                  <a:srgbClr val="1B2A4A"/>
                </a:solidFill>
                <a:latin typeface="Garamond"/>
              </a:rPr>
              <a:t>Patient 1 — Resolution</a:t>
            </a:r>
          </a:p>
        </p:txBody>
      </p:sp>
      <p:sp>
        <p:nvSpPr>
          <p:cNvPr id="3" name="Rounded Rectangle 2"/>
          <p:cNvSpPr/>
          <p:nvPr/>
        </p:nvSpPr>
        <p:spPr>
          <a:xfrm>
            <a:off x="685800" y="1097280"/>
            <a:ext cx="10515600" cy="548640"/>
          </a:xfrm>
          <a:prstGeom prst="roundRect">
            <a:avLst/>
          </a:prstGeom>
          <a:solidFill>
            <a:srgbClr val="E8F5E9"/>
          </a:solidFill>
          <a:ln w="25400">
            <a:solidFill>
              <a:srgbClr val="32A03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1B2A4A"/>
                </a:solidFill>
                <a:latin typeface="Arial"/>
              </a:rPr>
              <a:t>Labs returned: VL UNDETECTABLE despite 10 weeks late for CAB, 4 weeks late for LEN</a:t>
            </a:r>
          </a:p>
        </p:txBody>
      </p:sp>
      <p:sp>
        <p:nvSpPr>
          <p:cNvPr id="4" name="TextBox 3"/>
          <p:cNvSpPr txBox="1"/>
          <p:nvPr/>
        </p:nvSpPr>
        <p:spPr>
          <a:xfrm>
            <a:off x="685800" y="1920240"/>
            <a:ext cx="5029200" cy="365760"/>
          </a:xfrm>
          <a:prstGeom prst="rect">
            <a:avLst/>
          </a:prstGeom>
          <a:noFill/>
        </p:spPr>
        <p:txBody>
          <a:bodyPr wrap="square">
            <a:spAutoFit/>
          </a:bodyPr>
          <a:lstStyle/>
          <a:p>
            <a:pPr algn="l"/>
            <a:r>
              <a:rPr sz="1800" b="1" i="0">
                <a:solidFill>
                  <a:srgbClr val="0095A8"/>
                </a:solidFill>
                <a:latin typeface="Arial"/>
              </a:rPr>
              <a:t>Teaching Point 1: Low-barrier philosophy</a:t>
            </a:r>
          </a:p>
        </p:txBody>
      </p:sp>
      <p:sp>
        <p:nvSpPr>
          <p:cNvPr id="5" name="TextBox 4"/>
          <p:cNvSpPr txBox="1"/>
          <p:nvPr/>
        </p:nvSpPr>
        <p:spPr>
          <a:xfrm>
            <a:off x="685800" y="2286000"/>
            <a:ext cx="5029200" cy="1097280"/>
          </a:xfrm>
          <a:prstGeom prst="rect">
            <a:avLst/>
          </a:prstGeom>
          <a:noFill/>
        </p:spPr>
        <p:txBody>
          <a:bodyPr wrap="square">
            <a:spAutoFit/>
          </a:bodyPr>
          <a:lstStyle/>
          <a:p>
            <a:pPr algn="l">
              <a:lnSpc>
                <a:spcPct val="120000"/>
              </a:lnSpc>
              <a:spcAft>
                <a:spcPts val="600"/>
              </a:spcAft>
            </a:pPr>
            <a:r>
              <a:rPr sz="1400">
                <a:solidFill>
                  <a:srgbClr val="1A202C"/>
                </a:solidFill>
                <a:latin typeface="Arial"/>
              </a:rPr>
              <a:t>•  Act with the opportunity in front of you</a:t>
            </a:r>
          </a:p>
          <a:p>
            <a:pPr algn="l">
              <a:lnSpc>
                <a:spcPct val="120000"/>
              </a:lnSpc>
              <a:spcAft>
                <a:spcPts val="600"/>
              </a:spcAft>
            </a:pPr>
            <a:r>
              <a:rPr sz="1400">
                <a:solidFill>
                  <a:srgbClr val="1A202C"/>
                </a:solidFill>
                <a:latin typeface="Arial"/>
              </a:rPr>
              <a:t>•  Delay = further delay = months of lost contact</a:t>
            </a:r>
          </a:p>
        </p:txBody>
      </p:sp>
      <p:sp>
        <p:nvSpPr>
          <p:cNvPr id="6" name="TextBox 5"/>
          <p:cNvSpPr txBox="1"/>
          <p:nvPr/>
        </p:nvSpPr>
        <p:spPr>
          <a:xfrm>
            <a:off x="6400800" y="1920240"/>
            <a:ext cx="5029200" cy="365760"/>
          </a:xfrm>
          <a:prstGeom prst="rect">
            <a:avLst/>
          </a:prstGeom>
          <a:noFill/>
        </p:spPr>
        <p:txBody>
          <a:bodyPr wrap="square">
            <a:spAutoFit/>
          </a:bodyPr>
          <a:lstStyle/>
          <a:p>
            <a:pPr algn="l"/>
            <a:r>
              <a:rPr sz="1800" b="1" i="0">
                <a:solidFill>
                  <a:srgbClr val="0095A8"/>
                </a:solidFill>
                <a:latin typeface="Arial"/>
              </a:rPr>
              <a:t>Teaching Point 2: Why LEN protected him</a:t>
            </a:r>
          </a:p>
        </p:txBody>
      </p:sp>
      <p:sp>
        <p:nvSpPr>
          <p:cNvPr id="7" name="TextBox 6"/>
          <p:cNvSpPr txBox="1"/>
          <p:nvPr/>
        </p:nvSpPr>
        <p:spPr>
          <a:xfrm>
            <a:off x="6400800" y="2286000"/>
            <a:ext cx="5029200" cy="1097280"/>
          </a:xfrm>
          <a:prstGeom prst="rect">
            <a:avLst/>
          </a:prstGeom>
          <a:noFill/>
        </p:spPr>
        <p:txBody>
          <a:bodyPr wrap="square">
            <a:spAutoFit/>
          </a:bodyPr>
          <a:lstStyle/>
          <a:p>
            <a:pPr algn="l">
              <a:lnSpc>
                <a:spcPct val="120000"/>
              </a:lnSpc>
              <a:spcAft>
                <a:spcPts val="600"/>
              </a:spcAft>
            </a:pPr>
            <a:r>
              <a:rPr sz="1400">
                <a:solidFill>
                  <a:srgbClr val="1A202C"/>
                </a:solidFill>
                <a:latin typeface="Arial"/>
              </a:rPr>
              <a:t>•  LEN has longer PK tail than CAB</a:t>
            </a:r>
          </a:p>
          <a:p>
            <a:pPr algn="l">
              <a:lnSpc>
                <a:spcPct val="120000"/>
              </a:lnSpc>
              <a:spcAft>
                <a:spcPts val="600"/>
              </a:spcAft>
            </a:pPr>
            <a:r>
              <a:rPr sz="1400">
                <a:solidFill>
                  <a:srgbClr val="1A202C"/>
                </a:solidFill>
                <a:latin typeface="Arial"/>
              </a:rPr>
              <a:t>•  Capsid inhibitor = different mechanism</a:t>
            </a:r>
          </a:p>
          <a:p>
            <a:pPr algn="l">
              <a:lnSpc>
                <a:spcPct val="120000"/>
              </a:lnSpc>
              <a:spcAft>
                <a:spcPts val="600"/>
              </a:spcAft>
            </a:pPr>
            <a:r>
              <a:rPr sz="1400">
                <a:solidFill>
                  <a:srgbClr val="1A202C"/>
                </a:solidFill>
                <a:latin typeface="Arial"/>
              </a:rPr>
              <a:t>•  Without LEN, INSTI resistance almost certain</a:t>
            </a:r>
          </a:p>
        </p:txBody>
      </p:sp>
      <p:sp>
        <p:nvSpPr>
          <p:cNvPr id="8" name="TextBox 7"/>
          <p:cNvSpPr txBox="1"/>
          <p:nvPr/>
        </p:nvSpPr>
        <p:spPr>
          <a:xfrm>
            <a:off x="685800" y="3657600"/>
            <a:ext cx="5486400" cy="365760"/>
          </a:xfrm>
          <a:prstGeom prst="rect">
            <a:avLst/>
          </a:prstGeom>
          <a:noFill/>
        </p:spPr>
        <p:txBody>
          <a:bodyPr wrap="square">
            <a:spAutoFit/>
          </a:bodyPr>
          <a:lstStyle/>
          <a:p>
            <a:pPr algn="l"/>
            <a:r>
              <a:rPr sz="1800" b="1" i="0">
                <a:solidFill>
                  <a:srgbClr val="32A03E"/>
                </a:solidFill>
                <a:latin typeface="Arial"/>
              </a:rPr>
              <a:t>Phase 2 — Success (again):</a:t>
            </a:r>
          </a:p>
        </p:txBody>
      </p:sp>
      <p:sp>
        <p:nvSpPr>
          <p:cNvPr id="9" name="TextBox 8"/>
          <p:cNvSpPr txBox="1"/>
          <p:nvPr/>
        </p:nvSpPr>
        <p:spPr>
          <a:xfrm>
            <a:off x="685800" y="4023360"/>
            <a:ext cx="10789920" cy="1097280"/>
          </a:xfrm>
          <a:prstGeom prst="rect">
            <a:avLst/>
          </a:prstGeom>
          <a:noFill/>
        </p:spPr>
        <p:txBody>
          <a:bodyPr wrap="square">
            <a:spAutoFit/>
          </a:bodyPr>
          <a:lstStyle/>
          <a:p>
            <a:pPr algn="l">
              <a:lnSpc>
                <a:spcPct val="120000"/>
              </a:lnSpc>
              <a:spcAft>
                <a:spcPts val="600"/>
              </a:spcAft>
            </a:pPr>
            <a:r>
              <a:rPr sz="1400">
                <a:solidFill>
                  <a:srgbClr val="1A202C"/>
                </a:solidFill>
                <a:latin typeface="Arial"/>
              </a:rPr>
              <a:t>•  LEN + CAB monthly restarted; 16 more injections over ~16 months, all on time</a:t>
            </a:r>
          </a:p>
          <a:p>
            <a:pPr algn="l">
              <a:lnSpc>
                <a:spcPct val="120000"/>
              </a:lnSpc>
              <a:spcAft>
                <a:spcPts val="600"/>
              </a:spcAft>
            </a:pPr>
            <a:r>
              <a:rPr sz="1400">
                <a:solidFill>
                  <a:srgbClr val="1A202C"/>
                </a:solidFill>
                <a:latin typeface="Arial"/>
              </a:rPr>
              <a:t>•  VL undetectable throughout</a:t>
            </a:r>
          </a:p>
        </p:txBody>
      </p:sp>
      <p:sp>
        <p:nvSpPr>
          <p:cNvPr id="10" name="TextBox 9"/>
          <p:cNvSpPr txBox="1"/>
          <p:nvPr/>
        </p:nvSpPr>
        <p:spPr>
          <a:xfrm>
            <a:off x="685800" y="4937760"/>
            <a:ext cx="10789920" cy="365760"/>
          </a:xfrm>
          <a:prstGeom prst="rect">
            <a:avLst/>
          </a:prstGeom>
          <a:noFill/>
        </p:spPr>
        <p:txBody>
          <a:bodyPr wrap="square">
            <a:spAutoFit/>
          </a:bodyPr>
          <a:lstStyle/>
          <a:p>
            <a:pPr algn="l"/>
            <a:r>
              <a:rPr sz="1200" b="0" i="1">
                <a:solidFill>
                  <a:srgbClr val="5F6B7A"/>
                </a:solidFill>
                <a:latin typeface="Arial"/>
              </a:rPr>
              <a:t>Published: Mehtani NJ et al., Open Forum Infect Dis 2025;12(6):ofaf330. PMC12188974.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TextBox 1"/>
          <p:cNvSpPr txBox="1"/>
          <p:nvPr/>
        </p:nvSpPr>
        <p:spPr>
          <a:xfrm>
            <a:off x="685800" y="274320"/>
            <a:ext cx="10789920" cy="731520"/>
          </a:xfrm>
          <a:prstGeom prst="rect">
            <a:avLst/>
          </a:prstGeom>
          <a:noFill/>
        </p:spPr>
        <p:txBody>
          <a:bodyPr wrap="square">
            <a:spAutoFit/>
          </a:bodyPr>
          <a:lstStyle/>
          <a:p>
            <a:pPr algn="l"/>
            <a:r>
              <a:rPr sz="3600" b="1" i="0">
                <a:solidFill>
                  <a:srgbClr val="FFFFFF"/>
                </a:solidFill>
                <a:latin typeface="Garamond"/>
              </a:rPr>
              <a:t>Patient 1 — Current Status &amp; Population Question</a:t>
            </a:r>
          </a:p>
        </p:txBody>
      </p:sp>
      <p:sp>
        <p:nvSpPr>
          <p:cNvPr id="3" name="TextBox 2"/>
          <p:cNvSpPr txBox="1"/>
          <p:nvPr/>
        </p:nvSpPr>
        <p:spPr>
          <a:xfrm>
            <a:off x="685800" y="1097280"/>
            <a:ext cx="5029200" cy="365760"/>
          </a:xfrm>
          <a:prstGeom prst="rect">
            <a:avLst/>
          </a:prstGeom>
          <a:noFill/>
        </p:spPr>
        <p:txBody>
          <a:bodyPr wrap="square">
            <a:spAutoFit/>
          </a:bodyPr>
          <a:lstStyle/>
          <a:p>
            <a:pPr algn="l"/>
            <a:r>
              <a:rPr sz="1800" b="1" i="0">
                <a:solidFill>
                  <a:srgbClr val="0095A8"/>
                </a:solidFill>
                <a:latin typeface="Arial"/>
              </a:rPr>
              <a:t>Current Status:</a:t>
            </a:r>
          </a:p>
        </p:txBody>
      </p:sp>
      <p:sp>
        <p:nvSpPr>
          <p:cNvPr id="4" name="TextBox 3"/>
          <p:cNvSpPr txBox="1"/>
          <p:nvPr/>
        </p:nvSpPr>
        <p:spPr>
          <a:xfrm>
            <a:off x="685800" y="1554480"/>
            <a:ext cx="5029200" cy="2743200"/>
          </a:xfrm>
          <a:prstGeom prst="rect">
            <a:avLst/>
          </a:prstGeom>
          <a:noFill/>
        </p:spPr>
        <p:txBody>
          <a:bodyPr wrap="square">
            <a:spAutoFit/>
          </a:bodyPr>
          <a:lstStyle/>
          <a:p>
            <a:pPr algn="l">
              <a:lnSpc>
                <a:spcPct val="120000"/>
              </a:lnSpc>
              <a:spcAft>
                <a:spcPts val="600"/>
              </a:spcAft>
            </a:pPr>
            <a:r>
              <a:rPr sz="1600">
                <a:solidFill>
                  <a:srgbClr val="FFFFFF"/>
                </a:solidFill>
                <a:latin typeface="Arial"/>
              </a:rPr>
              <a:t>•  Disappeared again after 16 more months of success</a:t>
            </a:r>
          </a:p>
          <a:p>
            <a:pPr algn="l">
              <a:lnSpc>
                <a:spcPct val="120000"/>
              </a:lnSpc>
              <a:spcAft>
                <a:spcPts val="600"/>
              </a:spcAft>
            </a:pPr>
            <a:r>
              <a:rPr sz="1600">
                <a:solidFill>
                  <a:srgbClr val="FFFFFF"/>
                </a:solidFill>
                <a:latin typeface="Arial"/>
              </a:rPr>
              <a:t>•  11 weeks since last CAB/RPV dose</a:t>
            </a:r>
          </a:p>
          <a:p>
            <a:pPr algn="l">
              <a:lnSpc>
                <a:spcPct val="120000"/>
              </a:lnSpc>
              <a:spcAft>
                <a:spcPts val="600"/>
              </a:spcAft>
            </a:pPr>
            <a:r>
              <a:rPr sz="1600">
                <a:solidFill>
                  <a:srgbClr val="FFFFFF"/>
                </a:solidFill>
                <a:latin typeface="Arial"/>
              </a:rPr>
              <a:t>•  Still within LEN window (due ~26 weeks)</a:t>
            </a:r>
          </a:p>
          <a:p>
            <a:pPr algn="l">
              <a:lnSpc>
                <a:spcPct val="120000"/>
              </a:lnSpc>
              <a:spcAft>
                <a:spcPts val="600"/>
              </a:spcAft>
            </a:pPr>
            <a:r>
              <a:rPr sz="1600">
                <a:solidFill>
                  <a:srgbClr val="FFFFFF"/>
                </a:solidFill>
                <a:latin typeface="Arial"/>
              </a:rPr>
              <a:t>•  Cannot locate — suspected &gt;3,000 miles away</a:t>
            </a:r>
          </a:p>
          <a:p>
            <a:pPr algn="l">
              <a:lnSpc>
                <a:spcPct val="120000"/>
              </a:lnSpc>
              <a:spcAft>
                <a:spcPts val="600"/>
              </a:spcAft>
            </a:pPr>
            <a:r>
              <a:rPr sz="1600">
                <a:solidFill>
                  <a:srgbClr val="FFFFFF"/>
                </a:solidFill>
                <a:latin typeface="Arial"/>
              </a:rPr>
              <a:t>•  </a:t>
            </a:r>
            <a:r>
              <a:rPr sz="1600" b="1">
                <a:solidFill>
                  <a:srgbClr val="FFFFFF"/>
                </a:solidFill>
                <a:latin typeface="Arial"/>
              </a:rPr>
              <a:t>Only patient in our cohort currently LTFU</a:t>
            </a:r>
          </a:p>
        </p:txBody>
      </p:sp>
      <p:sp>
        <p:nvSpPr>
          <p:cNvPr id="5" name="Rounded Rectangle 4"/>
          <p:cNvSpPr/>
          <p:nvPr/>
        </p:nvSpPr>
        <p:spPr>
          <a:xfrm>
            <a:off x="6217920" y="1097280"/>
            <a:ext cx="5303520" cy="3200400"/>
          </a:xfrm>
          <a:prstGeom prst="roundRect">
            <a:avLst/>
          </a:prstGeom>
          <a:solidFill>
            <a:srgbClr val="0D305C"/>
          </a:solidFill>
          <a:ln w="25400">
            <a:solidFill>
              <a:srgbClr val="0095A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0095A8"/>
                </a:solidFill>
                <a:latin typeface="Garamond"/>
              </a:rPr>
              <a:t>Population-Level Question</a:t>
            </a:r>
          </a:p>
          <a:p>
            <a:pPr>
              <a:spcBef>
                <a:spcPts val="1200"/>
              </a:spcBef>
            </a:pPr>
            <a:r>
              <a:rPr sz="1600">
                <a:solidFill>
                  <a:srgbClr val="FFFFFF"/>
                </a:solidFill>
                <a:latin typeface="Arial"/>
              </a:rPr>
              <a:t>Should LEN + CAB/RPV become the DEFAULT for high LTFU-risk patients — as harm reduction to protect the INSTI class?</a:t>
            </a:r>
          </a:p>
          <a:p>
            <a:pPr>
              <a:spcBef>
                <a:spcPts val="1200"/>
              </a:spcBef>
            </a:pPr>
            <a:r>
              <a:rPr sz="1400" i="1">
                <a:solidFill>
                  <a:srgbClr val="D4A01E"/>
                </a:solidFill>
                <a:latin typeface="Arial"/>
              </a:rPr>
              <a:t>≥2 patients at other counties started on CAB/RPV alone, later presented with new INSTI resistance after LTFU.</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a:latin typeface="Garamond"/>
              </a:rPr>
              <a:t>Patient 2</a:t>
            </a:r>
          </a:p>
        </p:txBody>
      </p:sp>
      <p:sp>
        <p:nvSpPr>
          <p:cNvPr id="3" name="TextBox 2"/>
          <p:cNvSpPr txBox="1"/>
          <p:nvPr/>
        </p:nvSpPr>
        <p:spPr>
          <a:xfrm>
            <a:off x="914400" y="4389120"/>
            <a:ext cx="10058400" cy="548640"/>
          </a:xfrm>
          <a:prstGeom prst="rect">
            <a:avLst/>
          </a:prstGeom>
          <a:noFill/>
        </p:spPr>
        <p:txBody>
          <a:bodyPr wrap="square">
            <a:spAutoFit/>
          </a:bodyPr>
          <a:lstStyle/>
          <a:p>
            <a:pPr algn="ctr"/>
            <a:r>
              <a:rPr sz="1800" b="0" i="0">
                <a:solidFill>
                  <a:srgbClr val="FFFFFF"/>
                </a:solidFill>
                <a:latin typeface="Arial"/>
              </a:rPr>
              <a:t>Update case from Nov 2024 Grand Rounds. Street/sheltered homeless, meth use, PTSD.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TextBox 1"/>
          <p:cNvSpPr txBox="1"/>
          <p:nvPr/>
        </p:nvSpPr>
        <p:spPr>
          <a:xfrm>
            <a:off x="685800" y="274320"/>
            <a:ext cx="10789920" cy="731520"/>
          </a:xfrm>
          <a:prstGeom prst="rect">
            <a:avLst/>
          </a:prstGeom>
          <a:noFill/>
        </p:spPr>
        <p:txBody>
          <a:bodyPr wrap="square">
            <a:spAutoFit/>
          </a:bodyPr>
          <a:lstStyle/>
          <a:p>
            <a:pPr algn="l"/>
            <a:r>
              <a:rPr sz="3600" b="1" i="0">
                <a:solidFill>
                  <a:srgbClr val="FFFFFF"/>
                </a:solidFill>
                <a:latin typeface="Garamond"/>
              </a:rPr>
              <a:t>Patient 2 — Clinical Timeline</a:t>
            </a:r>
          </a:p>
        </p:txBody>
      </p:sp>
      <p:sp>
        <p:nvSpPr>
          <p:cNvPr id="3" name="Rectangle 2"/>
          <p:cNvSpPr/>
          <p:nvPr/>
        </p:nvSpPr>
        <p:spPr>
          <a:xfrm>
            <a:off x="731520" y="3154680"/>
            <a:ext cx="10515600" cy="914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04672" y="3063240"/>
            <a:ext cx="274320" cy="274320"/>
          </a:xfrm>
          <a:prstGeom prst="ellipse">
            <a:avLst/>
          </a:prstGeom>
          <a:solidFill>
            <a:srgbClr val="6B21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377440"/>
            <a:ext cx="914400" cy="320040"/>
          </a:xfrm>
          <a:prstGeom prst="rect">
            <a:avLst/>
          </a:prstGeom>
          <a:noFill/>
        </p:spPr>
        <p:txBody>
          <a:bodyPr wrap="square">
            <a:spAutoFit/>
          </a:bodyPr>
          <a:lstStyle/>
          <a:p>
            <a:pPr algn="ctr"/>
            <a:r>
              <a:rPr sz="1000" b="1" i="0">
                <a:solidFill>
                  <a:srgbClr val="FFFFFF"/>
                </a:solidFill>
                <a:latin typeface="Arial"/>
              </a:rPr>
              <a:t>W-29</a:t>
            </a:r>
          </a:p>
        </p:txBody>
      </p:sp>
      <p:sp>
        <p:nvSpPr>
          <p:cNvPr id="6" name="TextBox 5"/>
          <p:cNvSpPr txBox="1"/>
          <p:nvPr/>
        </p:nvSpPr>
        <p:spPr>
          <a:xfrm>
            <a:off x="274320" y="1737360"/>
            <a:ext cx="1280160" cy="594360"/>
          </a:xfrm>
          <a:prstGeom prst="rect">
            <a:avLst/>
          </a:prstGeom>
          <a:noFill/>
        </p:spPr>
        <p:txBody>
          <a:bodyPr wrap="square">
            <a:spAutoFit/>
          </a:bodyPr>
          <a:lstStyle/>
          <a:p>
            <a:pPr algn="ctr"/>
            <a:r>
              <a:rPr sz="900" b="0" i="0">
                <a:solidFill>
                  <a:srgbClr val="F5F5F5"/>
                </a:solidFill>
                <a:latin typeface="Arial"/>
              </a:rPr>
              <a:t>CAB/RPV
Loading</a:t>
            </a:r>
          </a:p>
        </p:txBody>
      </p:sp>
      <p:sp>
        <p:nvSpPr>
          <p:cNvPr id="7" name="TextBox 6"/>
          <p:cNvSpPr txBox="1"/>
          <p:nvPr/>
        </p:nvSpPr>
        <p:spPr>
          <a:xfrm>
            <a:off x="274320" y="3474720"/>
            <a:ext cx="1280160" cy="594360"/>
          </a:xfrm>
          <a:prstGeom prst="rect">
            <a:avLst/>
          </a:prstGeom>
          <a:noFill/>
        </p:spPr>
        <p:txBody>
          <a:bodyPr wrap="square">
            <a:spAutoFit/>
          </a:bodyPr>
          <a:lstStyle/>
          <a:p>
            <a:pPr algn="ctr"/>
            <a:r>
              <a:rPr sz="900" b="0" i="0">
                <a:solidFill>
                  <a:srgbClr val="0095A8"/>
                </a:solidFill>
                <a:latin typeface="Courier New"/>
              </a:rPr>
              <a:t>VL 177,992
CD4 187</a:t>
            </a:r>
          </a:p>
        </p:txBody>
      </p:sp>
      <p:sp>
        <p:nvSpPr>
          <p:cNvPr id="8" name="Oval 7"/>
          <p:cNvSpPr/>
          <p:nvPr/>
        </p:nvSpPr>
        <p:spPr>
          <a:xfrm>
            <a:off x="2450591" y="3063240"/>
            <a:ext cx="274320" cy="274320"/>
          </a:xfrm>
          <a:prstGeom prst="ellipse">
            <a:avLst/>
          </a:prstGeom>
          <a:solidFill>
            <a:srgbClr val="32A0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103120" y="2377440"/>
            <a:ext cx="914400" cy="320040"/>
          </a:xfrm>
          <a:prstGeom prst="rect">
            <a:avLst/>
          </a:prstGeom>
          <a:noFill/>
        </p:spPr>
        <p:txBody>
          <a:bodyPr wrap="square">
            <a:spAutoFit/>
          </a:bodyPr>
          <a:lstStyle/>
          <a:p>
            <a:pPr algn="ctr"/>
            <a:r>
              <a:rPr sz="1000" b="1" i="0">
                <a:solidFill>
                  <a:srgbClr val="FFFFFF"/>
                </a:solidFill>
                <a:latin typeface="Arial"/>
              </a:rPr>
              <a:t>W-24</a:t>
            </a:r>
          </a:p>
        </p:txBody>
      </p:sp>
      <p:sp>
        <p:nvSpPr>
          <p:cNvPr id="10" name="TextBox 9"/>
          <p:cNvSpPr txBox="1"/>
          <p:nvPr/>
        </p:nvSpPr>
        <p:spPr>
          <a:xfrm>
            <a:off x="1920239" y="1737360"/>
            <a:ext cx="1280160" cy="594360"/>
          </a:xfrm>
          <a:prstGeom prst="rect">
            <a:avLst/>
          </a:prstGeom>
          <a:noFill/>
        </p:spPr>
        <p:txBody>
          <a:bodyPr wrap="square">
            <a:spAutoFit/>
          </a:bodyPr>
          <a:lstStyle/>
          <a:p>
            <a:pPr algn="ctr"/>
            <a:r>
              <a:rPr sz="900" b="0" i="0">
                <a:solidFill>
                  <a:srgbClr val="F5F5F5"/>
                </a:solidFill>
                <a:latin typeface="Arial"/>
              </a:rPr>
              <a:t>Doses
#2-5</a:t>
            </a:r>
          </a:p>
        </p:txBody>
      </p:sp>
      <p:sp>
        <p:nvSpPr>
          <p:cNvPr id="11" name="TextBox 10"/>
          <p:cNvSpPr txBox="1"/>
          <p:nvPr/>
        </p:nvSpPr>
        <p:spPr>
          <a:xfrm>
            <a:off x="1920239" y="3474720"/>
            <a:ext cx="1280160" cy="594360"/>
          </a:xfrm>
          <a:prstGeom prst="rect">
            <a:avLst/>
          </a:prstGeom>
          <a:noFill/>
        </p:spPr>
        <p:txBody>
          <a:bodyPr wrap="square">
            <a:spAutoFit/>
          </a:bodyPr>
          <a:lstStyle/>
          <a:p>
            <a:pPr algn="ctr"/>
            <a:r>
              <a:rPr sz="900" b="0" i="0">
                <a:solidFill>
                  <a:srgbClr val="0095A8"/>
                </a:solidFill>
                <a:latin typeface="Courier New"/>
              </a:rPr>
              <a:t>VL 33→30</a:t>
            </a:r>
          </a:p>
        </p:txBody>
      </p:sp>
      <p:sp>
        <p:nvSpPr>
          <p:cNvPr id="12" name="Oval 11"/>
          <p:cNvSpPr/>
          <p:nvPr/>
        </p:nvSpPr>
        <p:spPr>
          <a:xfrm>
            <a:off x="3547872" y="3063240"/>
            <a:ext cx="274320" cy="274320"/>
          </a:xfrm>
          <a:prstGeom prst="ellipse">
            <a:avLst/>
          </a:prstGeom>
          <a:solidFill>
            <a:srgbClr val="E88D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00400" y="2377440"/>
            <a:ext cx="914400" cy="320040"/>
          </a:xfrm>
          <a:prstGeom prst="rect">
            <a:avLst/>
          </a:prstGeom>
          <a:noFill/>
        </p:spPr>
        <p:txBody>
          <a:bodyPr wrap="square">
            <a:spAutoFit/>
          </a:bodyPr>
          <a:lstStyle/>
          <a:p>
            <a:pPr algn="ctr"/>
            <a:r>
              <a:rPr sz="1000" b="1" i="0">
                <a:solidFill>
                  <a:srgbClr val="FFFFFF"/>
                </a:solidFill>
                <a:latin typeface="Arial"/>
              </a:rPr>
              <a:t>W-17</a:t>
            </a:r>
          </a:p>
        </p:txBody>
      </p:sp>
      <p:sp>
        <p:nvSpPr>
          <p:cNvPr id="14" name="TextBox 13"/>
          <p:cNvSpPr txBox="1"/>
          <p:nvPr/>
        </p:nvSpPr>
        <p:spPr>
          <a:xfrm>
            <a:off x="3017520" y="1737360"/>
            <a:ext cx="1280160" cy="594360"/>
          </a:xfrm>
          <a:prstGeom prst="rect">
            <a:avLst/>
          </a:prstGeom>
          <a:noFill/>
        </p:spPr>
        <p:txBody>
          <a:bodyPr wrap="square">
            <a:spAutoFit/>
          </a:bodyPr>
          <a:lstStyle/>
          <a:p>
            <a:pPr algn="ctr"/>
            <a:r>
              <a:rPr sz="900" b="0" i="0">
                <a:solidFill>
                  <a:srgbClr val="F5F5F5"/>
                </a:solidFill>
                <a:latin typeface="Arial"/>
              </a:rPr>
              <a:t>Delayed
12d</a:t>
            </a:r>
          </a:p>
        </p:txBody>
      </p:sp>
      <p:sp>
        <p:nvSpPr>
          <p:cNvPr id="15" name="Oval 14"/>
          <p:cNvSpPr/>
          <p:nvPr/>
        </p:nvSpPr>
        <p:spPr>
          <a:xfrm>
            <a:off x="4462272" y="3063240"/>
            <a:ext cx="274320" cy="274320"/>
          </a:xfrm>
          <a:prstGeom prst="ellipse">
            <a:avLst/>
          </a:prstGeom>
          <a:solidFill>
            <a:srgbClr val="E88D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114800" y="2377440"/>
            <a:ext cx="914400" cy="320040"/>
          </a:xfrm>
          <a:prstGeom prst="rect">
            <a:avLst/>
          </a:prstGeom>
          <a:noFill/>
        </p:spPr>
        <p:txBody>
          <a:bodyPr wrap="square">
            <a:spAutoFit/>
          </a:bodyPr>
          <a:lstStyle/>
          <a:p>
            <a:pPr algn="ctr"/>
            <a:r>
              <a:rPr sz="1000" b="1" i="0">
                <a:solidFill>
                  <a:srgbClr val="FFFFFF"/>
                </a:solidFill>
                <a:latin typeface="Arial"/>
              </a:rPr>
              <a:t>W-8</a:t>
            </a:r>
          </a:p>
        </p:txBody>
      </p:sp>
      <p:sp>
        <p:nvSpPr>
          <p:cNvPr id="17" name="TextBox 16"/>
          <p:cNvSpPr txBox="1"/>
          <p:nvPr/>
        </p:nvSpPr>
        <p:spPr>
          <a:xfrm>
            <a:off x="3931920" y="1737360"/>
            <a:ext cx="1280160" cy="594360"/>
          </a:xfrm>
          <a:prstGeom prst="rect">
            <a:avLst/>
          </a:prstGeom>
          <a:noFill/>
        </p:spPr>
        <p:txBody>
          <a:bodyPr wrap="square">
            <a:spAutoFit/>
          </a:bodyPr>
          <a:lstStyle/>
          <a:p>
            <a:pPr algn="ctr"/>
            <a:r>
              <a:rPr sz="900" b="0" i="0">
                <a:solidFill>
                  <a:srgbClr val="F5F5F5"/>
                </a:solidFill>
                <a:latin typeface="Arial"/>
              </a:rPr>
              <a:t>Delayed
21d</a:t>
            </a:r>
          </a:p>
        </p:txBody>
      </p:sp>
      <p:sp>
        <p:nvSpPr>
          <p:cNvPr id="18" name="TextBox 17"/>
          <p:cNvSpPr txBox="1"/>
          <p:nvPr/>
        </p:nvSpPr>
        <p:spPr>
          <a:xfrm>
            <a:off x="3931920" y="3474720"/>
            <a:ext cx="1280160" cy="594360"/>
          </a:xfrm>
          <a:prstGeom prst="rect">
            <a:avLst/>
          </a:prstGeom>
          <a:noFill/>
        </p:spPr>
        <p:txBody>
          <a:bodyPr wrap="square">
            <a:spAutoFit/>
          </a:bodyPr>
          <a:lstStyle/>
          <a:p>
            <a:pPr algn="ctr"/>
            <a:r>
              <a:rPr sz="900" b="0" i="0">
                <a:solidFill>
                  <a:srgbClr val="0095A8"/>
                </a:solidFill>
                <a:latin typeface="Courier New"/>
              </a:rPr>
              <a:t>VL &lt;30</a:t>
            </a:r>
          </a:p>
        </p:txBody>
      </p:sp>
      <p:sp>
        <p:nvSpPr>
          <p:cNvPr id="19" name="Oval 18"/>
          <p:cNvSpPr/>
          <p:nvPr/>
        </p:nvSpPr>
        <p:spPr>
          <a:xfrm>
            <a:off x="5833872" y="3063240"/>
            <a:ext cx="274320" cy="274320"/>
          </a:xfrm>
          <a:prstGeom prst="ellipse">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0" y="2377440"/>
            <a:ext cx="914400" cy="320040"/>
          </a:xfrm>
          <a:prstGeom prst="rect">
            <a:avLst/>
          </a:prstGeom>
          <a:noFill/>
        </p:spPr>
        <p:txBody>
          <a:bodyPr wrap="square">
            <a:spAutoFit/>
          </a:bodyPr>
          <a:lstStyle/>
          <a:p>
            <a:pPr algn="ctr"/>
            <a:r>
              <a:rPr sz="1000" b="1" i="0">
                <a:solidFill>
                  <a:srgbClr val="FFFFFF"/>
                </a:solidFill>
                <a:latin typeface="Arial"/>
              </a:rPr>
              <a:t>W0</a:t>
            </a:r>
          </a:p>
        </p:txBody>
      </p:sp>
      <p:sp>
        <p:nvSpPr>
          <p:cNvPr id="21" name="TextBox 20"/>
          <p:cNvSpPr txBox="1"/>
          <p:nvPr/>
        </p:nvSpPr>
        <p:spPr>
          <a:xfrm>
            <a:off x="5303520" y="1737360"/>
            <a:ext cx="1280160" cy="594360"/>
          </a:xfrm>
          <a:prstGeom prst="rect">
            <a:avLst/>
          </a:prstGeom>
          <a:noFill/>
        </p:spPr>
        <p:txBody>
          <a:bodyPr wrap="square">
            <a:spAutoFit/>
          </a:bodyPr>
          <a:lstStyle/>
          <a:p>
            <a:pPr algn="ctr"/>
            <a:r>
              <a:rPr sz="900" b="0" i="0">
                <a:solidFill>
                  <a:srgbClr val="F5F5F5"/>
                </a:solidFill>
                <a:latin typeface="Arial"/>
              </a:rPr>
              <a:t>VIREMIA
VL 37,464</a:t>
            </a:r>
          </a:p>
        </p:txBody>
      </p:sp>
      <p:sp>
        <p:nvSpPr>
          <p:cNvPr id="22" name="TextBox 21"/>
          <p:cNvSpPr txBox="1"/>
          <p:nvPr/>
        </p:nvSpPr>
        <p:spPr>
          <a:xfrm>
            <a:off x="5303520" y="3474720"/>
            <a:ext cx="1280160" cy="594360"/>
          </a:xfrm>
          <a:prstGeom prst="rect">
            <a:avLst/>
          </a:prstGeom>
          <a:noFill/>
        </p:spPr>
        <p:txBody>
          <a:bodyPr wrap="square">
            <a:spAutoFit/>
          </a:bodyPr>
          <a:lstStyle/>
          <a:p>
            <a:pPr algn="ctr"/>
            <a:r>
              <a:rPr sz="900" b="0" i="0">
                <a:solidFill>
                  <a:srgbClr val="0095A8"/>
                </a:solidFill>
                <a:latin typeface="Courier New"/>
              </a:rPr>
              <a:t>Added LEN
+ CAB/RPV</a:t>
            </a:r>
          </a:p>
        </p:txBody>
      </p:sp>
      <p:sp>
        <p:nvSpPr>
          <p:cNvPr id="23" name="Oval 22"/>
          <p:cNvSpPr/>
          <p:nvPr/>
        </p:nvSpPr>
        <p:spPr>
          <a:xfrm>
            <a:off x="7388352" y="3063240"/>
            <a:ext cx="274320" cy="274320"/>
          </a:xfrm>
          <a:prstGeom prst="ellipse">
            <a:avLst/>
          </a:prstGeom>
          <a:solidFill>
            <a:srgbClr val="32A0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40879" y="2377440"/>
            <a:ext cx="914400" cy="320040"/>
          </a:xfrm>
          <a:prstGeom prst="rect">
            <a:avLst/>
          </a:prstGeom>
          <a:noFill/>
        </p:spPr>
        <p:txBody>
          <a:bodyPr wrap="square">
            <a:spAutoFit/>
          </a:bodyPr>
          <a:lstStyle/>
          <a:p>
            <a:pPr algn="ctr"/>
            <a:r>
              <a:rPr sz="1000" b="1" i="0">
                <a:solidFill>
                  <a:srgbClr val="FFFFFF"/>
                </a:solidFill>
                <a:latin typeface="Arial"/>
              </a:rPr>
              <a:t>W38</a:t>
            </a:r>
          </a:p>
        </p:txBody>
      </p:sp>
      <p:sp>
        <p:nvSpPr>
          <p:cNvPr id="25" name="TextBox 24"/>
          <p:cNvSpPr txBox="1"/>
          <p:nvPr/>
        </p:nvSpPr>
        <p:spPr>
          <a:xfrm>
            <a:off x="6857999" y="1737360"/>
            <a:ext cx="1280160" cy="594360"/>
          </a:xfrm>
          <a:prstGeom prst="rect">
            <a:avLst/>
          </a:prstGeom>
          <a:noFill/>
        </p:spPr>
        <p:txBody>
          <a:bodyPr wrap="square">
            <a:spAutoFit/>
          </a:bodyPr>
          <a:lstStyle/>
          <a:p>
            <a:pPr algn="ctr"/>
            <a:r>
              <a:rPr sz="900" b="0" i="0">
                <a:solidFill>
                  <a:srgbClr val="F5F5F5"/>
                </a:solidFill>
                <a:latin typeface="Arial"/>
              </a:rPr>
              <a:t>Returns
abscess</a:t>
            </a:r>
          </a:p>
        </p:txBody>
      </p:sp>
      <p:sp>
        <p:nvSpPr>
          <p:cNvPr id="26" name="TextBox 25"/>
          <p:cNvSpPr txBox="1"/>
          <p:nvPr/>
        </p:nvSpPr>
        <p:spPr>
          <a:xfrm>
            <a:off x="6857999" y="3474720"/>
            <a:ext cx="1280160" cy="594360"/>
          </a:xfrm>
          <a:prstGeom prst="rect">
            <a:avLst/>
          </a:prstGeom>
          <a:noFill/>
        </p:spPr>
        <p:txBody>
          <a:bodyPr wrap="square">
            <a:spAutoFit/>
          </a:bodyPr>
          <a:lstStyle/>
          <a:p>
            <a:pPr algn="ctr"/>
            <a:r>
              <a:rPr sz="900" b="0" i="0">
                <a:solidFill>
                  <a:srgbClr val="0095A8"/>
                </a:solidFill>
                <a:latin typeface="Courier New"/>
              </a:rPr>
              <a:t>VL &lt;30
(LEN mono!)</a:t>
            </a:r>
          </a:p>
        </p:txBody>
      </p:sp>
      <p:sp>
        <p:nvSpPr>
          <p:cNvPr id="27" name="Oval 26"/>
          <p:cNvSpPr/>
          <p:nvPr/>
        </p:nvSpPr>
        <p:spPr>
          <a:xfrm>
            <a:off x="8577072" y="3063240"/>
            <a:ext cx="274320" cy="274320"/>
          </a:xfrm>
          <a:prstGeom prst="ellipse">
            <a:avLst/>
          </a:prstGeom>
          <a:solidFill>
            <a:srgbClr val="32A0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0" y="2377440"/>
            <a:ext cx="914400" cy="320040"/>
          </a:xfrm>
          <a:prstGeom prst="rect">
            <a:avLst/>
          </a:prstGeom>
          <a:noFill/>
        </p:spPr>
        <p:txBody>
          <a:bodyPr wrap="square">
            <a:spAutoFit/>
          </a:bodyPr>
          <a:lstStyle/>
          <a:p>
            <a:pPr algn="ctr"/>
            <a:r>
              <a:rPr sz="1000" b="1" i="0">
                <a:solidFill>
                  <a:srgbClr val="FFFFFF"/>
                </a:solidFill>
                <a:latin typeface="Arial"/>
              </a:rPr>
              <a:t>W42</a:t>
            </a:r>
          </a:p>
        </p:txBody>
      </p:sp>
      <p:sp>
        <p:nvSpPr>
          <p:cNvPr id="29" name="TextBox 28"/>
          <p:cNvSpPr txBox="1"/>
          <p:nvPr/>
        </p:nvSpPr>
        <p:spPr>
          <a:xfrm>
            <a:off x="8046720" y="1737360"/>
            <a:ext cx="1280160" cy="594360"/>
          </a:xfrm>
          <a:prstGeom prst="rect">
            <a:avLst/>
          </a:prstGeom>
          <a:noFill/>
        </p:spPr>
        <p:txBody>
          <a:bodyPr wrap="square">
            <a:spAutoFit/>
          </a:bodyPr>
          <a:lstStyle/>
          <a:p>
            <a:pPr algn="ctr"/>
            <a:r>
              <a:rPr sz="900" b="0" i="0">
                <a:solidFill>
                  <a:srgbClr val="F5F5F5"/>
                </a:solidFill>
                <a:latin typeface="Arial"/>
              </a:rPr>
              <a:t>Restart
LEN+CAB</a:t>
            </a:r>
          </a:p>
        </p:txBody>
      </p:sp>
      <p:sp>
        <p:nvSpPr>
          <p:cNvPr id="30" name="TextBox 29"/>
          <p:cNvSpPr txBox="1"/>
          <p:nvPr/>
        </p:nvSpPr>
        <p:spPr>
          <a:xfrm>
            <a:off x="8046720" y="3474720"/>
            <a:ext cx="1280160" cy="594360"/>
          </a:xfrm>
          <a:prstGeom prst="rect">
            <a:avLst/>
          </a:prstGeom>
          <a:noFill/>
        </p:spPr>
        <p:txBody>
          <a:bodyPr wrap="square">
            <a:spAutoFit/>
          </a:bodyPr>
          <a:lstStyle/>
          <a:p>
            <a:pPr algn="ctr"/>
            <a:r>
              <a:rPr sz="900" b="0" i="0">
                <a:solidFill>
                  <a:srgbClr val="0095A8"/>
                </a:solidFill>
                <a:latin typeface="Courier New"/>
              </a:rPr>
              <a:t>VL UD</a:t>
            </a:r>
          </a:p>
        </p:txBody>
      </p:sp>
      <p:sp>
        <p:nvSpPr>
          <p:cNvPr id="31" name="Oval 30"/>
          <p:cNvSpPr/>
          <p:nvPr/>
        </p:nvSpPr>
        <p:spPr>
          <a:xfrm>
            <a:off x="9948672" y="3063240"/>
            <a:ext cx="274320" cy="274320"/>
          </a:xfrm>
          <a:prstGeom prst="ellipse">
            <a:avLst/>
          </a:prstGeom>
          <a:solidFill>
            <a:srgbClr val="32A0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601200" y="2377440"/>
            <a:ext cx="914400" cy="320040"/>
          </a:xfrm>
          <a:prstGeom prst="rect">
            <a:avLst/>
          </a:prstGeom>
          <a:noFill/>
        </p:spPr>
        <p:txBody>
          <a:bodyPr wrap="square">
            <a:spAutoFit/>
          </a:bodyPr>
          <a:lstStyle/>
          <a:p>
            <a:pPr algn="ctr"/>
            <a:r>
              <a:rPr sz="1000" b="1" i="0">
                <a:solidFill>
                  <a:srgbClr val="FFFFFF"/>
                </a:solidFill>
                <a:latin typeface="Arial"/>
              </a:rPr>
              <a:t>W107</a:t>
            </a:r>
          </a:p>
        </p:txBody>
      </p:sp>
      <p:sp>
        <p:nvSpPr>
          <p:cNvPr id="33" name="TextBox 32"/>
          <p:cNvSpPr txBox="1"/>
          <p:nvPr/>
        </p:nvSpPr>
        <p:spPr>
          <a:xfrm>
            <a:off x="9418320" y="1737360"/>
            <a:ext cx="1280160" cy="594360"/>
          </a:xfrm>
          <a:prstGeom prst="rect">
            <a:avLst/>
          </a:prstGeom>
          <a:noFill/>
        </p:spPr>
        <p:txBody>
          <a:bodyPr wrap="square">
            <a:spAutoFit/>
          </a:bodyPr>
          <a:lstStyle/>
          <a:p>
            <a:pPr algn="ctr"/>
            <a:r>
              <a:rPr sz="900" b="0" i="0">
                <a:solidFill>
                  <a:srgbClr val="F5F5F5"/>
                </a:solidFill>
                <a:latin typeface="Arial"/>
              </a:rPr>
              <a:t>Published</a:t>
            </a:r>
          </a:p>
        </p:txBody>
      </p:sp>
      <p:sp>
        <p:nvSpPr>
          <p:cNvPr id="34" name="TextBox 33"/>
          <p:cNvSpPr txBox="1"/>
          <p:nvPr/>
        </p:nvSpPr>
        <p:spPr>
          <a:xfrm>
            <a:off x="9418320" y="3474720"/>
            <a:ext cx="1280160" cy="594360"/>
          </a:xfrm>
          <a:prstGeom prst="rect">
            <a:avLst/>
          </a:prstGeom>
          <a:noFill/>
        </p:spPr>
        <p:txBody>
          <a:bodyPr wrap="square">
            <a:spAutoFit/>
          </a:bodyPr>
          <a:lstStyle/>
          <a:p>
            <a:pPr algn="ctr"/>
            <a:r>
              <a:rPr sz="900" b="0" i="0">
                <a:solidFill>
                  <a:srgbClr val="0095A8"/>
                </a:solidFill>
                <a:latin typeface="Courier New"/>
              </a:rPr>
              <a:t>CD4 554
65+ wks sup</a:t>
            </a:r>
          </a:p>
        </p:txBody>
      </p:sp>
      <p:sp>
        <p:nvSpPr>
          <p:cNvPr id="35" name="Rounded Rectangle 34"/>
          <p:cNvSpPr/>
          <p:nvPr/>
        </p:nvSpPr>
        <p:spPr>
          <a:xfrm>
            <a:off x="5029200" y="4297680"/>
            <a:ext cx="2926080" cy="548640"/>
          </a:xfrm>
          <a:prstGeom prst="roundRect">
            <a:avLst/>
          </a:prstGeom>
          <a:solidFill>
            <a:srgbClr val="D4A01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1B2A4A"/>
                </a:solidFill>
                <a:latin typeface="Arial"/>
              </a:rPr>
              <a:t>Pre-genotype: Added LEN as 2nd active agent</a:t>
            </a:r>
          </a:p>
        </p:txBody>
      </p:sp>
      <p:sp>
        <p:nvSpPr>
          <p:cNvPr id="36" name="Oval 35"/>
          <p:cNvSpPr/>
          <p:nvPr/>
        </p:nvSpPr>
        <p:spPr>
          <a:xfrm>
            <a:off x="2743200" y="5669280"/>
            <a:ext cx="182880" cy="182880"/>
          </a:xfrm>
          <a:prstGeom prst="ellipse">
            <a:avLst/>
          </a:prstGeom>
          <a:solidFill>
            <a:srgbClr val="6B21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017520" y="5623560"/>
            <a:ext cx="1371600" cy="274320"/>
          </a:xfrm>
          <a:prstGeom prst="rect">
            <a:avLst/>
          </a:prstGeom>
          <a:noFill/>
        </p:spPr>
        <p:txBody>
          <a:bodyPr wrap="square">
            <a:spAutoFit/>
          </a:bodyPr>
          <a:lstStyle/>
          <a:p>
            <a:pPr algn="l"/>
            <a:r>
              <a:rPr sz="1100" b="0" i="0">
                <a:solidFill>
                  <a:srgbClr val="FFFFFF"/>
                </a:solidFill>
                <a:latin typeface="Arial"/>
              </a:rPr>
              <a:t>Initiation</a:t>
            </a:r>
          </a:p>
        </p:txBody>
      </p:sp>
      <p:sp>
        <p:nvSpPr>
          <p:cNvPr id="38" name="Oval 37"/>
          <p:cNvSpPr/>
          <p:nvPr/>
        </p:nvSpPr>
        <p:spPr>
          <a:xfrm>
            <a:off x="4754880" y="5669280"/>
            <a:ext cx="182880" cy="182880"/>
          </a:xfrm>
          <a:prstGeom prst="ellipse">
            <a:avLst/>
          </a:prstGeom>
          <a:solidFill>
            <a:srgbClr val="32A0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029200" y="5623560"/>
            <a:ext cx="1371600" cy="274320"/>
          </a:xfrm>
          <a:prstGeom prst="rect">
            <a:avLst/>
          </a:prstGeom>
          <a:noFill/>
        </p:spPr>
        <p:txBody>
          <a:bodyPr wrap="square">
            <a:spAutoFit/>
          </a:bodyPr>
          <a:lstStyle/>
          <a:p>
            <a:pPr algn="l"/>
            <a:r>
              <a:rPr sz="1100" b="0" i="0">
                <a:solidFill>
                  <a:srgbClr val="FFFFFF"/>
                </a:solidFill>
                <a:latin typeface="Arial"/>
              </a:rPr>
              <a:t>On-time</a:t>
            </a:r>
          </a:p>
        </p:txBody>
      </p:sp>
      <p:sp>
        <p:nvSpPr>
          <p:cNvPr id="40" name="Oval 39"/>
          <p:cNvSpPr/>
          <p:nvPr/>
        </p:nvSpPr>
        <p:spPr>
          <a:xfrm>
            <a:off x="6766560" y="5669280"/>
            <a:ext cx="182880" cy="182880"/>
          </a:xfrm>
          <a:prstGeom prst="ellipse">
            <a:avLst/>
          </a:prstGeom>
          <a:solidFill>
            <a:srgbClr val="E88D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040880" y="5623560"/>
            <a:ext cx="1371600" cy="274320"/>
          </a:xfrm>
          <a:prstGeom prst="rect">
            <a:avLst/>
          </a:prstGeom>
          <a:noFill/>
        </p:spPr>
        <p:txBody>
          <a:bodyPr wrap="square">
            <a:spAutoFit/>
          </a:bodyPr>
          <a:lstStyle/>
          <a:p>
            <a:pPr algn="l"/>
            <a:r>
              <a:rPr sz="1100" b="0" i="0">
                <a:solidFill>
                  <a:srgbClr val="FFFFFF"/>
                </a:solidFill>
                <a:latin typeface="Arial"/>
              </a:rPr>
              <a:t>Delayed</a:t>
            </a:r>
          </a:p>
        </p:txBody>
      </p:sp>
      <p:sp>
        <p:nvSpPr>
          <p:cNvPr id="42" name="Oval 41"/>
          <p:cNvSpPr/>
          <p:nvPr/>
        </p:nvSpPr>
        <p:spPr>
          <a:xfrm>
            <a:off x="8778240" y="5669280"/>
            <a:ext cx="182880" cy="182880"/>
          </a:xfrm>
          <a:prstGeom prst="ellipse">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052560" y="5623560"/>
            <a:ext cx="1371600" cy="274320"/>
          </a:xfrm>
          <a:prstGeom prst="rect">
            <a:avLst/>
          </a:prstGeom>
          <a:noFill/>
        </p:spPr>
        <p:txBody>
          <a:bodyPr wrap="square">
            <a:spAutoFit/>
          </a:bodyPr>
          <a:lstStyle/>
          <a:p>
            <a:pPr algn="l"/>
            <a:r>
              <a:rPr sz="1100" b="0" i="0">
                <a:solidFill>
                  <a:srgbClr val="FFFFFF"/>
                </a:solidFill>
                <a:latin typeface="Arial"/>
              </a:rPr>
              <a:t>Viremia</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274320"/>
            <a:ext cx="10789920" cy="731520"/>
          </a:xfrm>
          <a:prstGeom prst="rect">
            <a:avLst/>
          </a:prstGeom>
          <a:noFill/>
        </p:spPr>
        <p:txBody>
          <a:bodyPr wrap="square">
            <a:spAutoFit/>
          </a:bodyPr>
          <a:lstStyle/>
          <a:p>
            <a:pPr algn="l"/>
            <a:r>
              <a:rPr sz="3600" b="1" i="0">
                <a:solidFill>
                  <a:srgbClr val="1B2A4A"/>
                </a:solidFill>
                <a:latin typeface="Garamond"/>
              </a:rPr>
              <a:t>Patient 2 — Today (April 2026)</a:t>
            </a:r>
          </a:p>
        </p:txBody>
      </p:sp>
      <p:sp>
        <p:nvSpPr>
          <p:cNvPr id="3" name="TextBox 2"/>
          <p:cNvSpPr txBox="1"/>
          <p:nvPr/>
        </p:nvSpPr>
        <p:spPr>
          <a:xfrm>
            <a:off x="457200" y="1005840"/>
            <a:ext cx="3657600" cy="822959"/>
          </a:xfrm>
          <a:prstGeom prst="rect">
            <a:avLst/>
          </a:prstGeom>
          <a:noFill/>
        </p:spPr>
        <p:txBody>
          <a:bodyPr wrap="square">
            <a:spAutoFit/>
          </a:bodyPr>
          <a:lstStyle/>
          <a:p>
            <a:pPr algn="ctr"/>
            <a:r>
              <a:rPr sz="5400" b="1" i="0">
                <a:solidFill>
                  <a:srgbClr val="0095A8"/>
                </a:solidFill>
                <a:latin typeface="Garamond"/>
              </a:rPr>
              <a:t>~195+</a:t>
            </a:r>
          </a:p>
        </p:txBody>
      </p:sp>
      <p:sp>
        <p:nvSpPr>
          <p:cNvPr id="4" name="TextBox 3"/>
          <p:cNvSpPr txBox="1"/>
          <p:nvPr/>
        </p:nvSpPr>
        <p:spPr>
          <a:xfrm>
            <a:off x="457200" y="1760220"/>
            <a:ext cx="3657600" cy="548640"/>
          </a:xfrm>
          <a:prstGeom prst="rect">
            <a:avLst/>
          </a:prstGeom>
          <a:noFill/>
        </p:spPr>
        <p:txBody>
          <a:bodyPr wrap="square">
            <a:spAutoFit/>
          </a:bodyPr>
          <a:lstStyle/>
          <a:p>
            <a:pPr algn="ctr"/>
            <a:r>
              <a:rPr sz="1600" b="0" i="0">
                <a:solidFill>
                  <a:srgbClr val="1A202C"/>
                </a:solidFill>
                <a:latin typeface="Arial"/>
              </a:rPr>
              <a:t>total weeks on LEN±CAB/RPV</a:t>
            </a:r>
          </a:p>
        </p:txBody>
      </p:sp>
      <p:sp>
        <p:nvSpPr>
          <p:cNvPr id="5" name="TextBox 4"/>
          <p:cNvSpPr txBox="1"/>
          <p:nvPr/>
        </p:nvSpPr>
        <p:spPr>
          <a:xfrm>
            <a:off x="4572000" y="1005840"/>
            <a:ext cx="3657600" cy="822959"/>
          </a:xfrm>
          <a:prstGeom prst="rect">
            <a:avLst/>
          </a:prstGeom>
          <a:noFill/>
        </p:spPr>
        <p:txBody>
          <a:bodyPr wrap="square">
            <a:spAutoFit/>
          </a:bodyPr>
          <a:lstStyle/>
          <a:p>
            <a:pPr algn="ctr"/>
            <a:r>
              <a:rPr sz="5400" b="1" i="0">
                <a:solidFill>
                  <a:srgbClr val="32A03E"/>
                </a:solidFill>
                <a:latin typeface="Garamond"/>
              </a:rPr>
              <a:t>88</a:t>
            </a:r>
          </a:p>
        </p:txBody>
      </p:sp>
      <p:sp>
        <p:nvSpPr>
          <p:cNvPr id="6" name="TextBox 5"/>
          <p:cNvSpPr txBox="1"/>
          <p:nvPr/>
        </p:nvSpPr>
        <p:spPr>
          <a:xfrm>
            <a:off x="4572000" y="1760220"/>
            <a:ext cx="3657600" cy="548640"/>
          </a:xfrm>
          <a:prstGeom prst="rect">
            <a:avLst/>
          </a:prstGeom>
          <a:noFill/>
        </p:spPr>
        <p:txBody>
          <a:bodyPr wrap="square">
            <a:spAutoFit/>
          </a:bodyPr>
          <a:lstStyle/>
          <a:p>
            <a:pPr algn="ctr"/>
            <a:r>
              <a:rPr sz="1600" b="0" i="0">
                <a:solidFill>
                  <a:srgbClr val="1A202C"/>
                </a:solidFill>
                <a:latin typeface="Arial"/>
              </a:rPr>
              <a:t>additional weeks
viral suppression</a:t>
            </a:r>
          </a:p>
        </p:txBody>
      </p:sp>
      <p:sp>
        <p:nvSpPr>
          <p:cNvPr id="7" name="TextBox 6"/>
          <p:cNvSpPr txBox="1"/>
          <p:nvPr/>
        </p:nvSpPr>
        <p:spPr>
          <a:xfrm>
            <a:off x="685800" y="2743200"/>
            <a:ext cx="10789920" cy="2743200"/>
          </a:xfrm>
          <a:prstGeom prst="rect">
            <a:avLst/>
          </a:prstGeom>
          <a:noFill/>
        </p:spPr>
        <p:txBody>
          <a:bodyPr wrap="square">
            <a:spAutoFit/>
          </a:bodyPr>
          <a:lstStyle/>
          <a:p>
            <a:pPr algn="l">
              <a:lnSpc>
                <a:spcPct val="130000"/>
              </a:lnSpc>
              <a:spcAft>
                <a:spcPts val="600"/>
              </a:spcAft>
            </a:pPr>
            <a:r>
              <a:rPr sz="1600">
                <a:solidFill>
                  <a:srgbClr val="1A202C"/>
                </a:solidFill>
                <a:latin typeface="Arial"/>
              </a:rPr>
              <a:t>•  This is 1 patient. He may be an outlier. NOT an endorsement of LEN monotherapy.</a:t>
            </a:r>
          </a:p>
          <a:p>
            <a:pPr algn="l">
              <a:lnSpc>
                <a:spcPct val="130000"/>
              </a:lnSpc>
              <a:spcAft>
                <a:spcPts val="600"/>
              </a:spcAft>
            </a:pPr>
            <a:r>
              <a:rPr sz="1600">
                <a:solidFill>
                  <a:srgbClr val="1A202C"/>
                </a:solidFill>
                <a:latin typeface="Arial"/>
              </a:rPr>
              <a:t>•  LEN resistance mutations (e.g., M66I) confer ~1.5% of wild-type replication capacity</a:t>
            </a:r>
          </a:p>
          <a:p>
            <a:pPr algn="l">
              <a:lnSpc>
                <a:spcPct val="130000"/>
              </a:lnSpc>
              <a:spcAft>
                <a:spcPts val="600"/>
              </a:spcAft>
            </a:pPr>
            <a:r>
              <a:rPr sz="1600">
                <a:solidFill>
                  <a:srgbClr val="1A202C"/>
                </a:solidFill>
                <a:latin typeface="Arial"/>
              </a:rPr>
              <a:t>•  CAPELLA trial: 14 LEN resistance cases at 104 wks; 7 re-suppressed after adherence counseling/OBR switch</a:t>
            </a:r>
          </a:p>
          <a:p>
            <a:pPr algn="l">
              <a:lnSpc>
                <a:spcPct val="130000"/>
              </a:lnSpc>
              <a:spcAft>
                <a:spcPts val="600"/>
              </a:spcAft>
            </a:pPr>
            <a:r>
              <a:rPr sz="1600">
                <a:solidFill>
                  <a:srgbClr val="1A202C"/>
                </a:solidFill>
                <a:latin typeface="Arial"/>
              </a:rPr>
              <a:t>•  Connects to Patient 1: LEN's long tail protects INSTI class even in lapses</a:t>
            </a:r>
          </a:p>
        </p:txBody>
      </p:sp>
      <p:sp>
        <p:nvSpPr>
          <p:cNvPr id="8" name="Rounded Rectangle 7"/>
          <p:cNvSpPr/>
          <p:nvPr/>
        </p:nvSpPr>
        <p:spPr>
          <a:xfrm>
            <a:off x="1371600" y="5029200"/>
            <a:ext cx="9144000" cy="731520"/>
          </a:xfrm>
          <a:prstGeom prst="roundRect">
            <a:avLst/>
          </a:prstGeom>
          <a:solidFill>
            <a:srgbClr val="E0F7F9"/>
          </a:solidFill>
          <a:ln w="12700">
            <a:solidFill>
              <a:srgbClr val="0095A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i="1">
                <a:solidFill>
                  <a:srgbClr val="1B2A4A"/>
                </a:solidFill>
                <a:latin typeface="Arial"/>
              </a:rPr>
              <a:t>"I don't fully understand why this regimen is holding. If anyone wants to discuss the pharmacology after, I'd genuinely welcome that."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a:latin typeface="Garamond"/>
              </a:rPr>
              <a:t>Patient 3</a:t>
            </a:r>
          </a:p>
        </p:txBody>
      </p:sp>
      <p:sp>
        <p:nvSpPr>
          <p:cNvPr id="3" name="TextBox 2"/>
          <p:cNvSpPr txBox="1"/>
          <p:nvPr/>
        </p:nvSpPr>
        <p:spPr>
          <a:xfrm>
            <a:off x="914400" y="4389120"/>
            <a:ext cx="10058400" cy="548640"/>
          </a:xfrm>
          <a:prstGeom prst="rect">
            <a:avLst/>
          </a:prstGeom>
          <a:noFill/>
        </p:spPr>
        <p:txBody>
          <a:bodyPr wrap="square">
            <a:spAutoFit/>
          </a:bodyPr>
          <a:lstStyle/>
          <a:p>
            <a:pPr algn="ctr"/>
            <a:r>
              <a:rPr sz="1800" b="0" i="0">
                <a:solidFill>
                  <a:srgbClr val="FFFFFF"/>
                </a:solidFill>
                <a:latin typeface="Arial"/>
              </a:rPr>
              <a:t>NOT our patient. Street homeless, relocated from another county. Cabenuva q8-weeks.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274320"/>
            <a:ext cx="10789920" cy="731520"/>
          </a:xfrm>
          <a:prstGeom prst="rect">
            <a:avLst/>
          </a:prstGeom>
          <a:noFill/>
        </p:spPr>
        <p:txBody>
          <a:bodyPr wrap="square">
            <a:spAutoFit/>
          </a:bodyPr>
          <a:lstStyle/>
          <a:p>
            <a:pPr algn="l"/>
            <a:r>
              <a:rPr sz="3600" b="1" i="0">
                <a:solidFill>
                  <a:srgbClr val="1B2A4A"/>
                </a:solidFill>
                <a:latin typeface="Garamond"/>
              </a:rPr>
              <a:t>Patient 3 — Background</a:t>
            </a:r>
          </a:p>
        </p:txBody>
      </p:sp>
      <p:sp>
        <p:nvSpPr>
          <p:cNvPr id="3" name="TextBox 2"/>
          <p:cNvSpPr txBox="1"/>
          <p:nvPr/>
        </p:nvSpPr>
        <p:spPr>
          <a:xfrm>
            <a:off x="685800" y="1188720"/>
            <a:ext cx="10789920" cy="5029200"/>
          </a:xfrm>
          <a:prstGeom prst="rect">
            <a:avLst/>
          </a:prstGeom>
          <a:noFill/>
        </p:spPr>
        <p:txBody>
          <a:bodyPr wrap="square">
            <a:spAutoFit/>
          </a:bodyPr>
          <a:lstStyle/>
          <a:p>
            <a:pPr algn="l">
              <a:lnSpc>
                <a:spcPct val="115000"/>
              </a:lnSpc>
              <a:spcAft>
                <a:spcPts val="600"/>
              </a:spcAft>
            </a:pPr>
            <a:r>
              <a:rPr sz="1400">
                <a:solidFill>
                  <a:srgbClr val="1A202C"/>
                </a:solidFill>
                <a:latin typeface="Arial"/>
              </a:rPr>
              <a:t>•  Street homeless, recently relocated from another county (~4 hrs away)</a:t>
            </a:r>
          </a:p>
          <a:p>
            <a:pPr algn="l">
              <a:lnSpc>
                <a:spcPct val="115000"/>
              </a:lnSpc>
              <a:spcAft>
                <a:spcPts val="600"/>
              </a:spcAft>
            </a:pPr>
            <a:r>
              <a:rPr sz="1400">
                <a:solidFill>
                  <a:srgbClr val="1A202C"/>
                </a:solidFill>
                <a:latin typeface="Arial"/>
              </a:rPr>
              <a:t>•  Methamphetamine use disorder, bipolar 2, history of DVTs/PE, SSTI</a:t>
            </a:r>
          </a:p>
          <a:p>
            <a:pPr algn="l">
              <a:lnSpc>
                <a:spcPct val="115000"/>
              </a:lnSpc>
              <a:spcAft>
                <a:spcPts val="600"/>
              </a:spcAft>
            </a:pPr>
            <a:r>
              <a:rPr sz="1400">
                <a:solidFill>
                  <a:srgbClr val="1A202C"/>
                </a:solidFill>
                <a:latin typeface="Arial"/>
              </a:rPr>
              <a:t>•  Started CAB/RPV 600/900mg q8 weeks at out-of-county clinic 8 months ago</a:t>
            </a:r>
          </a:p>
          <a:p>
            <a:pPr algn="l">
              <a:lnSpc>
                <a:spcPct val="115000"/>
              </a:lnSpc>
              <a:spcAft>
                <a:spcPts val="600"/>
              </a:spcAft>
            </a:pPr>
            <a:r>
              <a:rPr sz="1400">
                <a:solidFill>
                  <a:srgbClr val="1A202C"/>
                </a:solidFill>
                <a:latin typeface="Arial"/>
              </a:rPr>
              <a:t>•  ALL injections on time at home clinic until recently</a:t>
            </a:r>
          </a:p>
          <a:p>
            <a:pPr algn="l">
              <a:lnSpc>
                <a:spcPct val="115000"/>
              </a:lnSpc>
              <a:spcAft>
                <a:spcPts val="600"/>
              </a:spcAft>
            </a:pPr>
            <a:r>
              <a:rPr sz="1400">
                <a:solidFill>
                  <a:srgbClr val="1A202C"/>
                </a:solidFill>
                <a:latin typeface="Arial"/>
              </a:rPr>
              <a:t>•  Admitted ZSFG for SSTI — hospital tried Cabenuva but patient AMA'd</a:t>
            </a:r>
          </a:p>
          <a:p>
            <a:pPr algn="l">
              <a:lnSpc>
                <a:spcPct val="115000"/>
              </a:lnSpc>
              <a:spcAft>
                <a:spcPts val="600"/>
              </a:spcAft>
            </a:pPr>
            <a:r>
              <a:rPr sz="1400">
                <a:solidFill>
                  <a:srgbClr val="1A202C"/>
                </a:solidFill>
                <a:latin typeface="Arial"/>
              </a:rPr>
              <a:t>•  Labs during hospitalization (1 mo ago): VL undetectable, CD4 670</a:t>
            </a:r>
          </a:p>
          <a:p>
            <a:pPr algn="l">
              <a:lnSpc>
                <a:spcPct val="115000"/>
              </a:lnSpc>
              <a:spcAft>
                <a:spcPts val="600"/>
              </a:spcAft>
            </a:pPr>
            <a:r>
              <a:rPr sz="1400">
                <a:solidFill>
                  <a:srgbClr val="1A202C"/>
                </a:solidFill>
                <a:latin typeface="Arial"/>
              </a:rPr>
              <a:t>•  Presents to MXM 2 weeks post-discharge — for wound care, NOT HIV care</a:t>
            </a:r>
          </a:p>
          <a:p>
            <a:pPr algn="l">
              <a:lnSpc>
                <a:spcPct val="115000"/>
              </a:lnSpc>
              <a:spcAft>
                <a:spcPts val="600"/>
              </a:spcAft>
            </a:pPr>
            <a:r>
              <a:rPr sz="1400">
                <a:solidFill>
                  <a:srgbClr val="1A202C"/>
                </a:solidFill>
                <a:latin typeface="Arial"/>
              </a:rPr>
              <a:t>•  Last Cabenuva dose: 10 weeks ago (2 weeks overdue for q8-week schedule)</a:t>
            </a:r>
          </a:p>
          <a:p>
            <a:pPr algn="l">
              <a:lnSpc>
                <a:spcPct val="115000"/>
              </a:lnSpc>
              <a:spcAft>
                <a:spcPts val="600"/>
              </a:spcAft>
            </a:pPr>
            <a:r>
              <a:rPr sz="1400">
                <a:solidFill>
                  <a:srgbClr val="1A202C"/>
                </a:solidFill>
                <a:latin typeface="Arial"/>
              </a:rPr>
              <a:t>•  Declines labs, declines oral ART, declines returning to home county</a:t>
            </a:r>
          </a:p>
          <a:p>
            <a:pPr algn="l">
              <a:lnSpc>
                <a:spcPct val="115000"/>
              </a:lnSpc>
              <a:spcAft>
                <a:spcPts val="600"/>
              </a:spcAft>
            </a:pPr>
            <a:r>
              <a:rPr sz="1400">
                <a:solidFill>
                  <a:srgbClr val="1A202C"/>
                </a:solidFill>
                <a:latin typeface="Arial"/>
              </a:rPr>
              <a:t>•  Open to receiving LA-ART today — same-day only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52049"/>
        </a:solidFill>
        <a:effectLst/>
      </p:bgPr>
    </p:bg>
    <p:spTree>
      <p:nvGrpSpPr>
        <p:cNvPr id="1" name=""/>
        <p:cNvGrpSpPr/>
        <p:nvPr/>
      </p:nvGrpSpPr>
      <p:grpSpPr/>
      <p:sp>
        <p:nvSpPr>
          <p:cNvPr id="2" name="TextBox 1"/>
          <p:cNvSpPr txBox="1"/>
          <p:nvPr/>
        </p:nvSpPr>
        <p:spPr>
          <a:xfrm>
            <a:off x="685800" y="274320"/>
            <a:ext cx="3200400" cy="457200"/>
          </a:xfrm>
          <a:prstGeom prst="rect">
            <a:avLst/>
          </a:prstGeom>
          <a:noFill/>
        </p:spPr>
        <p:txBody>
          <a:bodyPr wrap="square">
            <a:spAutoFit/>
          </a:bodyPr>
          <a:lstStyle/>
          <a:p>
            <a:pPr algn="l"/>
            <a:r>
              <a:rPr sz="1400" b="1" i="0">
                <a:solidFill>
                  <a:srgbClr val="0095A8"/>
                </a:solidFill>
                <a:latin typeface="Arial"/>
              </a:rPr>
              <a:t>POLL EVERYWHERE</a:t>
            </a:r>
          </a:p>
        </p:txBody>
      </p:sp>
      <p:sp>
        <p:nvSpPr>
          <p:cNvPr id="3" name="TextBox 2"/>
          <p:cNvSpPr txBox="1"/>
          <p:nvPr/>
        </p:nvSpPr>
        <p:spPr>
          <a:xfrm>
            <a:off x="685800" y="822960"/>
            <a:ext cx="10789920" cy="914400"/>
          </a:xfrm>
          <a:prstGeom prst="rect">
            <a:avLst/>
          </a:prstGeom>
          <a:noFill/>
        </p:spPr>
        <p:txBody>
          <a:bodyPr wrap="square">
            <a:spAutoFit/>
          </a:bodyPr>
          <a:lstStyle/>
          <a:p>
            <a:pPr algn="l"/>
            <a:r>
              <a:rPr sz="2800" b="1" i="0">
                <a:solidFill>
                  <a:srgbClr val="FFFFFF"/>
                </a:solidFill>
                <a:latin typeface="Garamond"/>
              </a:rPr>
              <a:t>He will not accept oral ART or labs. What do you do?</a:t>
            </a:r>
          </a:p>
        </p:txBody>
      </p:sp>
      <p:sp>
        <p:nvSpPr>
          <p:cNvPr id="4" name="TextBox 3"/>
          <p:cNvSpPr txBox="1"/>
          <p:nvPr/>
        </p:nvSpPr>
        <p:spPr>
          <a:xfrm>
            <a:off x="1097280" y="2011680"/>
            <a:ext cx="10058400" cy="640080"/>
          </a:xfrm>
          <a:prstGeom prst="rect">
            <a:avLst/>
          </a:prstGeom>
          <a:noFill/>
        </p:spPr>
        <p:txBody>
          <a:bodyPr wrap="square">
            <a:spAutoFit/>
          </a:bodyPr>
          <a:lstStyle/>
          <a:p>
            <a:r>
              <a:rPr sz="2000" b="1">
                <a:solidFill>
                  <a:srgbClr val="0095A8"/>
                </a:solidFill>
                <a:latin typeface="Arial"/>
              </a:rPr>
              <a:t>A:  </a:t>
            </a:r>
            <a:r>
              <a:rPr sz="2000">
                <a:solidFill>
                  <a:srgbClr val="FFFFFF"/>
                </a:solidFill>
                <a:latin typeface="Arial"/>
              </a:rPr>
              <a:t>Order and administer Cabenuva today without labs</a:t>
            </a:r>
          </a:p>
        </p:txBody>
      </p:sp>
      <p:sp>
        <p:nvSpPr>
          <p:cNvPr id="5" name="TextBox 4"/>
          <p:cNvSpPr txBox="1"/>
          <p:nvPr/>
        </p:nvSpPr>
        <p:spPr>
          <a:xfrm>
            <a:off x="1097280" y="2788920"/>
            <a:ext cx="10058400" cy="640080"/>
          </a:xfrm>
          <a:prstGeom prst="rect">
            <a:avLst/>
          </a:prstGeom>
          <a:noFill/>
        </p:spPr>
        <p:txBody>
          <a:bodyPr wrap="square">
            <a:spAutoFit/>
          </a:bodyPr>
          <a:lstStyle/>
          <a:p>
            <a:r>
              <a:rPr sz="2000" b="1">
                <a:solidFill>
                  <a:srgbClr val="0095A8"/>
                </a:solidFill>
                <a:latin typeface="Arial"/>
              </a:rPr>
              <a:t>B:  </a:t>
            </a:r>
            <a:r>
              <a:rPr sz="2000">
                <a:solidFill>
                  <a:srgbClr val="FFFFFF"/>
                </a:solidFill>
                <a:latin typeface="Arial"/>
              </a:rPr>
              <a:t>Nothing — not your patient; return to out-of-county PCP</a:t>
            </a:r>
          </a:p>
        </p:txBody>
      </p:sp>
      <p:sp>
        <p:nvSpPr>
          <p:cNvPr id="6" name="TextBox 5"/>
          <p:cNvSpPr txBox="1"/>
          <p:nvPr/>
        </p:nvSpPr>
        <p:spPr>
          <a:xfrm>
            <a:off x="1097280" y="3566160"/>
            <a:ext cx="10058400" cy="640080"/>
          </a:xfrm>
          <a:prstGeom prst="rect">
            <a:avLst/>
          </a:prstGeom>
          <a:noFill/>
        </p:spPr>
        <p:txBody>
          <a:bodyPr wrap="square">
            <a:spAutoFit/>
          </a:bodyPr>
          <a:lstStyle/>
          <a:p>
            <a:r>
              <a:rPr sz="2000" b="1">
                <a:solidFill>
                  <a:srgbClr val="0095A8"/>
                </a:solidFill>
                <a:latin typeface="Arial"/>
              </a:rPr>
              <a:t>C:  </a:t>
            </a:r>
            <a:r>
              <a:rPr sz="2000">
                <a:solidFill>
                  <a:srgbClr val="FFFFFF"/>
                </a:solidFill>
                <a:latin typeface="Arial"/>
              </a:rPr>
              <a:t>Help him get a phone, encourage return when less activated</a:t>
            </a:r>
          </a:p>
        </p:txBody>
      </p:sp>
      <p:sp>
        <p:nvSpPr>
          <p:cNvPr id="7" name="TextBox 6"/>
          <p:cNvSpPr txBox="1"/>
          <p:nvPr/>
        </p:nvSpPr>
        <p:spPr>
          <a:xfrm>
            <a:off x="1097280" y="4343400"/>
            <a:ext cx="10058400" cy="640080"/>
          </a:xfrm>
          <a:prstGeom prst="rect">
            <a:avLst/>
          </a:prstGeom>
          <a:noFill/>
        </p:spPr>
        <p:txBody>
          <a:bodyPr wrap="square">
            <a:spAutoFit/>
          </a:bodyPr>
          <a:lstStyle/>
          <a:p>
            <a:r>
              <a:rPr sz="2000" b="1">
                <a:solidFill>
                  <a:srgbClr val="0095A8"/>
                </a:solidFill>
                <a:latin typeface="Arial"/>
              </a:rPr>
              <a:t>D:  </a:t>
            </a:r>
            <a:r>
              <a:rPr sz="2000">
                <a:solidFill>
                  <a:srgbClr val="FFFFFF"/>
                </a:solidFill>
                <a:latin typeface="Arial"/>
              </a:rPr>
              <a:t>Give him an oral ART sample anyway</a:t>
            </a:r>
          </a:p>
        </p:txBody>
      </p:sp>
      <p:sp>
        <p:nvSpPr>
          <p:cNvPr id="8" name="TextBox 7"/>
          <p:cNvSpPr txBox="1"/>
          <p:nvPr/>
        </p:nvSpPr>
        <p:spPr>
          <a:xfrm>
            <a:off x="1097280" y="5120640"/>
            <a:ext cx="10058400" cy="640080"/>
          </a:xfrm>
          <a:prstGeom prst="rect">
            <a:avLst/>
          </a:prstGeom>
          <a:noFill/>
        </p:spPr>
        <p:txBody>
          <a:bodyPr wrap="square">
            <a:spAutoFit/>
          </a:bodyPr>
          <a:lstStyle/>
          <a:p>
            <a:r>
              <a:rPr sz="2000" b="1">
                <a:solidFill>
                  <a:srgbClr val="0095A8"/>
                </a:solidFill>
                <a:latin typeface="Arial"/>
              </a:rPr>
              <a:t>E:  </a:t>
            </a:r>
            <a:r>
              <a:rPr sz="2000">
                <a:solidFill>
                  <a:srgbClr val="FFFFFF"/>
                </a:solidFill>
                <a:latin typeface="Arial"/>
              </a:rPr>
              <a:t>Another reasonable approach? (open to audience)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274320"/>
            <a:ext cx="10789920" cy="731520"/>
          </a:xfrm>
          <a:prstGeom prst="rect">
            <a:avLst/>
          </a:prstGeom>
          <a:noFill/>
        </p:spPr>
        <p:txBody>
          <a:bodyPr wrap="square">
            <a:spAutoFit/>
          </a:bodyPr>
          <a:lstStyle/>
          <a:p>
            <a:pPr algn="l"/>
            <a:r>
              <a:rPr sz="3600" b="1" i="0">
                <a:solidFill>
                  <a:srgbClr val="1B2A4A"/>
                </a:solidFill>
                <a:latin typeface="Garamond"/>
              </a:rPr>
              <a:t>Patient 3 — Resolution</a:t>
            </a:r>
          </a:p>
        </p:txBody>
      </p:sp>
      <p:sp>
        <p:nvSpPr>
          <p:cNvPr id="3" name="TextBox 2"/>
          <p:cNvSpPr txBox="1"/>
          <p:nvPr/>
        </p:nvSpPr>
        <p:spPr>
          <a:xfrm>
            <a:off x="685800" y="1097280"/>
            <a:ext cx="5486400" cy="365760"/>
          </a:xfrm>
          <a:prstGeom prst="rect">
            <a:avLst/>
          </a:prstGeom>
          <a:noFill/>
        </p:spPr>
        <p:txBody>
          <a:bodyPr wrap="square">
            <a:spAutoFit/>
          </a:bodyPr>
          <a:lstStyle/>
          <a:p>
            <a:pPr algn="l"/>
            <a:r>
              <a:rPr sz="1800" b="1" i="0">
                <a:solidFill>
                  <a:srgbClr val="0095A8"/>
                </a:solidFill>
                <a:latin typeface="Arial"/>
              </a:rPr>
              <a:t>Visit 2 (1 week later — now 22 days past due):</a:t>
            </a:r>
          </a:p>
        </p:txBody>
      </p:sp>
      <p:sp>
        <p:nvSpPr>
          <p:cNvPr id="4" name="TextBox 3"/>
          <p:cNvSpPr txBox="1"/>
          <p:nvPr/>
        </p:nvSpPr>
        <p:spPr>
          <a:xfrm>
            <a:off x="685800" y="1554480"/>
            <a:ext cx="5029200" cy="1371600"/>
          </a:xfrm>
          <a:prstGeom prst="rect">
            <a:avLst/>
          </a:prstGeom>
          <a:noFill/>
        </p:spPr>
        <p:txBody>
          <a:bodyPr wrap="square">
            <a:spAutoFit/>
          </a:bodyPr>
          <a:lstStyle/>
          <a:p>
            <a:pPr algn="l">
              <a:lnSpc>
                <a:spcPct val="120000"/>
              </a:lnSpc>
              <a:spcAft>
                <a:spcPts val="600"/>
              </a:spcAft>
            </a:pPr>
            <a:r>
              <a:rPr sz="1400">
                <a:solidFill>
                  <a:srgbClr val="1A202C"/>
                </a:solidFill>
                <a:latin typeface="Arial"/>
              </a:rPr>
              <a:t>•  Returns, calmer but somewhat volatile</a:t>
            </a:r>
          </a:p>
          <a:p>
            <a:pPr algn="l">
              <a:lnSpc>
                <a:spcPct val="120000"/>
              </a:lnSpc>
              <a:spcAft>
                <a:spcPts val="600"/>
              </a:spcAft>
            </a:pPr>
            <a:r>
              <a:rPr sz="1400">
                <a:solidFill>
                  <a:srgbClr val="1A202C"/>
                </a:solidFill>
                <a:latin typeface="Arial"/>
              </a:rPr>
              <a:t>•  Agrees to labs IF same-day injection guaranteed</a:t>
            </a:r>
          </a:p>
          <a:p>
            <a:pPr algn="l">
              <a:lnSpc>
                <a:spcPct val="120000"/>
              </a:lnSpc>
              <a:spcAft>
                <a:spcPts val="600"/>
              </a:spcAft>
            </a:pPr>
            <a:r>
              <a:rPr sz="1400">
                <a:solidFill>
                  <a:srgbClr val="1A202C"/>
                </a:solidFill>
                <a:latin typeface="Arial"/>
              </a:rPr>
              <a:t>•  Now 22 days overdue (vs. 14 at visit 1)</a:t>
            </a:r>
          </a:p>
        </p:txBody>
      </p:sp>
      <p:sp>
        <p:nvSpPr>
          <p:cNvPr id="5" name="TextBox 4"/>
          <p:cNvSpPr txBox="1"/>
          <p:nvPr/>
        </p:nvSpPr>
        <p:spPr>
          <a:xfrm>
            <a:off x="6400800" y="1097280"/>
            <a:ext cx="5029200" cy="365760"/>
          </a:xfrm>
          <a:prstGeom prst="rect">
            <a:avLst/>
          </a:prstGeom>
          <a:noFill/>
        </p:spPr>
        <p:txBody>
          <a:bodyPr wrap="square">
            <a:spAutoFit/>
          </a:bodyPr>
          <a:lstStyle/>
          <a:p>
            <a:pPr algn="l"/>
            <a:r>
              <a:rPr sz="1800" b="1" i="0">
                <a:solidFill>
                  <a:srgbClr val="0095A8"/>
                </a:solidFill>
                <a:latin typeface="Arial"/>
              </a:rPr>
              <a:t>Decision:</a:t>
            </a:r>
          </a:p>
        </p:txBody>
      </p:sp>
      <p:sp>
        <p:nvSpPr>
          <p:cNvPr id="6" name="TextBox 5"/>
          <p:cNvSpPr txBox="1"/>
          <p:nvPr/>
        </p:nvSpPr>
        <p:spPr>
          <a:xfrm>
            <a:off x="6400800" y="1554480"/>
            <a:ext cx="5029200" cy="1828800"/>
          </a:xfrm>
          <a:prstGeom prst="rect">
            <a:avLst/>
          </a:prstGeom>
          <a:noFill/>
        </p:spPr>
        <p:txBody>
          <a:bodyPr wrap="square">
            <a:spAutoFit/>
          </a:bodyPr>
          <a:lstStyle/>
          <a:p>
            <a:pPr algn="l">
              <a:lnSpc>
                <a:spcPct val="120000"/>
              </a:lnSpc>
              <a:spcAft>
                <a:spcPts val="600"/>
              </a:spcAft>
            </a:pPr>
            <a:r>
              <a:rPr sz="1400">
                <a:solidFill>
                  <a:srgbClr val="1A202C"/>
                </a:solidFill>
                <a:latin typeface="Arial"/>
              </a:rPr>
              <a:t>•  Used 1 of 2 emergency Cabenuva doses (CAB/RPV 600/900mg)</a:t>
            </a:r>
          </a:p>
          <a:p>
            <a:pPr algn="l">
              <a:lnSpc>
                <a:spcPct val="120000"/>
              </a:lnSpc>
              <a:spcAft>
                <a:spcPts val="600"/>
              </a:spcAft>
            </a:pPr>
            <a:r>
              <a:rPr sz="1400">
                <a:solidFill>
                  <a:srgbClr val="1A202C"/>
                </a:solidFill>
                <a:latin typeface="Arial"/>
              </a:rPr>
              <a:t>•  Labs drawn simultaneously</a:t>
            </a:r>
          </a:p>
          <a:p>
            <a:pPr algn="l">
              <a:lnSpc>
                <a:spcPct val="120000"/>
              </a:lnSpc>
              <a:spcAft>
                <a:spcPts val="600"/>
              </a:spcAft>
            </a:pPr>
            <a:r>
              <a:rPr sz="1400">
                <a:solidFill>
                  <a:srgbClr val="1A202C"/>
                </a:solidFill>
                <a:latin typeface="Arial"/>
              </a:rPr>
              <a:t>•  Via 403B Emergency ART program — NOT standard supply</a:t>
            </a:r>
          </a:p>
          <a:p>
            <a:pPr algn="l">
              <a:lnSpc>
                <a:spcPct val="120000"/>
              </a:lnSpc>
              <a:spcAft>
                <a:spcPts val="600"/>
              </a:spcAft>
            </a:pPr>
            <a:r>
              <a:rPr sz="1400">
                <a:solidFill>
                  <a:srgbClr val="1A202C"/>
                </a:solidFill>
                <a:latin typeface="Arial"/>
              </a:rPr>
              <a:t>•  Told: return in 1–2 days for VL; establish care at MXM</a:t>
            </a:r>
          </a:p>
        </p:txBody>
      </p:sp>
      <p:sp>
        <p:nvSpPr>
          <p:cNvPr id="7" name="TextBox 6"/>
          <p:cNvSpPr txBox="1"/>
          <p:nvPr/>
        </p:nvSpPr>
        <p:spPr>
          <a:xfrm>
            <a:off x="685800" y="3474720"/>
            <a:ext cx="10789920" cy="365760"/>
          </a:xfrm>
          <a:prstGeom prst="rect">
            <a:avLst/>
          </a:prstGeom>
          <a:noFill/>
        </p:spPr>
        <p:txBody>
          <a:bodyPr wrap="square">
            <a:spAutoFit/>
          </a:bodyPr>
          <a:lstStyle/>
          <a:p>
            <a:pPr algn="l"/>
            <a:r>
              <a:rPr sz="1800" b="1" i="0">
                <a:solidFill>
                  <a:srgbClr val="1B2A4A"/>
                </a:solidFill>
                <a:latin typeface="Arial"/>
              </a:rPr>
              <a:t>Why This Was Hard:</a:t>
            </a:r>
          </a:p>
        </p:txBody>
      </p:sp>
      <p:sp>
        <p:nvSpPr>
          <p:cNvPr id="8" name="TextBox 7"/>
          <p:cNvSpPr txBox="1"/>
          <p:nvPr/>
        </p:nvSpPr>
        <p:spPr>
          <a:xfrm>
            <a:off x="685800" y="3931920"/>
            <a:ext cx="10789920" cy="1828800"/>
          </a:xfrm>
          <a:prstGeom prst="rect">
            <a:avLst/>
          </a:prstGeom>
          <a:noFill/>
        </p:spPr>
        <p:txBody>
          <a:bodyPr wrap="square">
            <a:spAutoFit/>
          </a:bodyPr>
          <a:lstStyle/>
          <a:p>
            <a:pPr algn="l">
              <a:lnSpc>
                <a:spcPct val="120000"/>
              </a:lnSpc>
              <a:spcAft>
                <a:spcPts val="600"/>
              </a:spcAft>
            </a:pPr>
            <a:r>
              <a:rPr sz="1400">
                <a:solidFill>
                  <a:srgbClr val="1A202C"/>
                </a:solidFill>
                <a:latin typeface="Arial"/>
              </a:rPr>
              <a:t>•  Don't want to set precedent that non-patients get same-day Cabenuva</a:t>
            </a:r>
          </a:p>
          <a:p>
            <a:pPr algn="l">
              <a:lnSpc>
                <a:spcPct val="120000"/>
              </a:lnSpc>
              <a:spcAft>
                <a:spcPts val="600"/>
              </a:spcAft>
            </a:pPr>
            <a:r>
              <a:rPr sz="1400">
                <a:solidFill>
                  <a:srgbClr val="1A202C"/>
                </a:solidFill>
                <a:latin typeface="Arial"/>
              </a:rPr>
              <a:t>•  If he developed resistance during lapse, giving dose = functional monotherapy</a:t>
            </a:r>
          </a:p>
          <a:p>
            <a:pPr algn="l">
              <a:lnSpc>
                <a:spcPct val="120000"/>
              </a:lnSpc>
              <a:spcAft>
                <a:spcPts val="600"/>
              </a:spcAft>
            </a:pPr>
            <a:r>
              <a:rPr sz="1400">
                <a:solidFill>
                  <a:srgbClr val="1A202C"/>
                </a:solidFill>
                <a:latin typeface="Arial"/>
              </a:rPr>
              <a:t>•  Counter: extremely high INSTI resistance risk if untreated; very unlikely he could get home county dose</a:t>
            </a:r>
          </a:p>
        </p:txBody>
      </p:sp>
      <p:sp>
        <p:nvSpPr>
          <p:cNvPr id="9" name="Rounded Rectangle 8"/>
          <p:cNvSpPr/>
          <p:nvPr/>
        </p:nvSpPr>
        <p:spPr>
          <a:xfrm>
            <a:off x="1828800" y="5303520"/>
            <a:ext cx="8229600" cy="548640"/>
          </a:xfrm>
          <a:prstGeom prst="roundRect">
            <a:avLst/>
          </a:prstGeom>
          <a:solidFill>
            <a:srgbClr val="FFF8E1"/>
          </a:solidFill>
          <a:ln w="12700">
            <a:solidFill>
              <a:srgbClr val="D4A01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i="1">
                <a:solidFill>
                  <a:srgbClr val="1B2A4A"/>
                </a:solidFill>
                <a:latin typeface="Arial"/>
              </a:rPr>
              <a:t>"I still don't know if this was the right call. Ask me next year."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a:latin typeface="Garamond"/>
              </a:rPr>
              <a:t>Patient 4</a:t>
            </a:r>
          </a:p>
        </p:txBody>
      </p:sp>
      <p:sp>
        <p:nvSpPr>
          <p:cNvPr id="3" name="TextBox 2"/>
          <p:cNvSpPr txBox="1"/>
          <p:nvPr/>
        </p:nvSpPr>
        <p:spPr>
          <a:xfrm>
            <a:off x="914400" y="4389120"/>
            <a:ext cx="10058400" cy="548640"/>
          </a:xfrm>
          <a:prstGeom prst="rect">
            <a:avLst/>
          </a:prstGeom>
          <a:noFill/>
        </p:spPr>
        <p:txBody>
          <a:bodyPr wrap="square">
            <a:spAutoFit/>
          </a:bodyPr>
          <a:lstStyle/>
          <a:p>
            <a:pPr algn="ctr"/>
            <a:r>
              <a:rPr sz="1800" b="0" i="0">
                <a:solidFill>
                  <a:srgbClr val="FFFFFF"/>
                </a:solidFill>
                <a:latin typeface="Arial"/>
              </a:rPr>
              <a:t>52M, street homeless, CD4 &lt;35, AIDS. Open question — genuine consult.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274320"/>
            <a:ext cx="10789920" cy="731520"/>
          </a:xfrm>
          <a:prstGeom prst="rect">
            <a:avLst/>
          </a:prstGeom>
          <a:noFill/>
        </p:spPr>
        <p:txBody>
          <a:bodyPr wrap="square">
            <a:spAutoFit/>
          </a:bodyPr>
          <a:lstStyle/>
          <a:p>
            <a:pPr algn="l"/>
            <a:r>
              <a:rPr sz="3600" b="1" i="0">
                <a:solidFill>
                  <a:srgbClr val="1B2A4A"/>
                </a:solidFill>
                <a:latin typeface="Garamond"/>
              </a:rPr>
              <a:t>Patient 4 — Background</a:t>
            </a:r>
          </a:p>
        </p:txBody>
      </p:sp>
      <p:sp>
        <p:nvSpPr>
          <p:cNvPr id="3" name="TextBox 2"/>
          <p:cNvSpPr txBox="1"/>
          <p:nvPr/>
        </p:nvSpPr>
        <p:spPr>
          <a:xfrm>
            <a:off x="685800" y="1188720"/>
            <a:ext cx="5303520" cy="3657600"/>
          </a:xfrm>
          <a:prstGeom prst="rect">
            <a:avLst/>
          </a:prstGeom>
          <a:noFill/>
        </p:spPr>
        <p:txBody>
          <a:bodyPr wrap="square">
            <a:spAutoFit/>
          </a:bodyPr>
          <a:lstStyle/>
          <a:p>
            <a:pPr algn="l">
              <a:lnSpc>
                <a:spcPct val="115000"/>
              </a:lnSpc>
              <a:spcAft>
                <a:spcPts val="600"/>
              </a:spcAft>
            </a:pPr>
            <a:r>
              <a:rPr sz="1400">
                <a:solidFill>
                  <a:srgbClr val="1A202C"/>
                </a:solidFill>
                <a:latin typeface="Arial"/>
              </a:rPr>
              <a:t>•  52-year-old man, street homeless ~6 months, no family</a:t>
            </a:r>
          </a:p>
          <a:p>
            <a:pPr algn="l">
              <a:lnSpc>
                <a:spcPct val="115000"/>
              </a:lnSpc>
              <a:spcAft>
                <a:spcPts val="600"/>
              </a:spcAft>
            </a:pPr>
            <a:r>
              <a:rPr sz="1400">
                <a:solidFill>
                  <a:srgbClr val="1A202C"/>
                </a:solidFill>
                <a:latin typeface="Arial"/>
              </a:rPr>
              <a:t>•  HIV/AIDS: CD4 &lt;35 (2%), VL 255,000 c/mL</a:t>
            </a:r>
          </a:p>
          <a:p>
            <a:pPr algn="l">
              <a:lnSpc>
                <a:spcPct val="115000"/>
              </a:lnSpc>
              <a:spcAft>
                <a:spcPts val="600"/>
              </a:spcAft>
            </a:pPr>
            <a:r>
              <a:rPr sz="1400">
                <a:solidFill>
                  <a:srgbClr val="1A202C"/>
                </a:solidFill>
                <a:latin typeface="Arial"/>
              </a:rPr>
              <a:t>•  Not on ART ≥5 years despite prior Triumeq</a:t>
            </a:r>
          </a:p>
          <a:p>
            <a:pPr algn="l">
              <a:lnSpc>
                <a:spcPct val="115000"/>
              </a:lnSpc>
              <a:spcAft>
                <a:spcPts val="600"/>
              </a:spcAft>
            </a:pPr>
            <a:r>
              <a:rPr sz="1400">
                <a:solidFill>
                  <a:srgbClr val="1A202C"/>
                </a:solidFill>
                <a:latin typeface="Arial"/>
              </a:rPr>
              <a:t>•  "To tell the truth, I threw the medicine away"</a:t>
            </a:r>
          </a:p>
          <a:p>
            <a:pPr algn="l">
              <a:lnSpc>
                <a:spcPct val="115000"/>
              </a:lnSpc>
              <a:spcAft>
                <a:spcPts val="600"/>
              </a:spcAft>
            </a:pPr>
            <a:r>
              <a:rPr sz="1400">
                <a:solidFill>
                  <a:srgbClr val="1A202C"/>
                </a:solidFill>
                <a:latin typeface="Arial"/>
              </a:rPr>
              <a:t>•  Recently expressing interest in LA-ART</a:t>
            </a:r>
          </a:p>
          <a:p>
            <a:pPr algn="l">
              <a:lnSpc>
                <a:spcPct val="115000"/>
              </a:lnSpc>
              <a:spcAft>
                <a:spcPts val="600"/>
              </a:spcAft>
            </a:pPr>
            <a:r>
              <a:rPr sz="1400">
                <a:solidFill>
                  <a:srgbClr val="1A202C"/>
                </a:solidFill>
                <a:latin typeface="Arial"/>
              </a:rPr>
              <a:t>•  Schizophrenia (no meds), stimulant use, AUD + withdrawal seizures</a:t>
            </a:r>
          </a:p>
          <a:p>
            <a:pPr algn="l">
              <a:lnSpc>
                <a:spcPct val="115000"/>
              </a:lnSpc>
              <a:spcAft>
                <a:spcPts val="600"/>
              </a:spcAft>
            </a:pPr>
            <a:r>
              <a:rPr sz="1400">
                <a:solidFill>
                  <a:srgbClr val="1A202C"/>
                </a:solidFill>
                <a:latin typeface="Arial"/>
              </a:rPr>
              <a:t>•  M184V on recent genotype; CrAg NEGATIVE; afebrile</a:t>
            </a:r>
          </a:p>
        </p:txBody>
      </p:sp>
      <p:sp>
        <p:nvSpPr>
          <p:cNvPr id="4" name="TextBox 3"/>
          <p:cNvSpPr txBox="1"/>
          <p:nvPr/>
        </p:nvSpPr>
        <p:spPr>
          <a:xfrm>
            <a:off x="6400800" y="1097280"/>
            <a:ext cx="5303520" cy="365760"/>
          </a:xfrm>
          <a:prstGeom prst="rect">
            <a:avLst/>
          </a:prstGeom>
          <a:noFill/>
        </p:spPr>
        <p:txBody>
          <a:bodyPr wrap="square">
            <a:spAutoFit/>
          </a:bodyPr>
          <a:lstStyle/>
          <a:p>
            <a:pPr algn="l"/>
            <a:r>
              <a:rPr sz="1800" b="1" i="0">
                <a:solidFill>
                  <a:srgbClr val="DC2626"/>
                </a:solidFill>
                <a:latin typeface="Arial"/>
              </a:rPr>
              <a:t>Prior Opportunistic Infections:</a:t>
            </a:r>
          </a:p>
        </p:txBody>
      </p:sp>
      <p:sp>
        <p:nvSpPr>
          <p:cNvPr id="5" name="TextBox 4"/>
          <p:cNvSpPr txBox="1"/>
          <p:nvPr/>
        </p:nvSpPr>
        <p:spPr>
          <a:xfrm>
            <a:off x="6400800" y="1554480"/>
            <a:ext cx="5303520" cy="2743200"/>
          </a:xfrm>
          <a:prstGeom prst="rect">
            <a:avLst/>
          </a:prstGeom>
          <a:noFill/>
        </p:spPr>
        <p:txBody>
          <a:bodyPr wrap="square">
            <a:spAutoFit/>
          </a:bodyPr>
          <a:lstStyle/>
          <a:p>
            <a:pPr algn="l">
              <a:lnSpc>
                <a:spcPct val="115000"/>
              </a:lnSpc>
              <a:spcAft>
                <a:spcPts val="600"/>
              </a:spcAft>
            </a:pPr>
            <a:r>
              <a:rPr sz="1400">
                <a:solidFill>
                  <a:srgbClr val="1A202C"/>
                </a:solidFill>
                <a:latin typeface="Arial"/>
              </a:rPr>
              <a:t>•  PCP pneumonia (Dec 2025)</a:t>
            </a:r>
          </a:p>
          <a:p>
            <a:pPr algn="l">
              <a:lnSpc>
                <a:spcPct val="115000"/>
              </a:lnSpc>
              <a:spcAft>
                <a:spcPts val="600"/>
              </a:spcAft>
            </a:pPr>
            <a:r>
              <a:rPr sz="1400">
                <a:solidFill>
                  <a:srgbClr val="1A202C"/>
                </a:solidFill>
                <a:latin typeface="Arial"/>
              </a:rPr>
              <a:t>•  Strep pneumo bacteremia + H. influenzae empyema (Mar 2025)</a:t>
            </a:r>
          </a:p>
          <a:p>
            <a:pPr algn="l">
              <a:lnSpc>
                <a:spcPct val="115000"/>
              </a:lnSpc>
              <a:spcAft>
                <a:spcPts val="600"/>
              </a:spcAft>
            </a:pPr>
            <a:r>
              <a:rPr sz="1400">
                <a:solidFill>
                  <a:srgbClr val="1A202C"/>
                </a:solidFill>
                <a:latin typeface="Arial"/>
              </a:rPr>
              <a:t>•  → septic shock, bilateral chest tubes, pressors</a:t>
            </a:r>
          </a:p>
          <a:p>
            <a:pPr algn="l">
              <a:lnSpc>
                <a:spcPct val="115000"/>
              </a:lnSpc>
              <a:spcAft>
                <a:spcPts val="600"/>
              </a:spcAft>
            </a:pPr>
            <a:r>
              <a:rPr sz="1400">
                <a:solidFill>
                  <a:srgbClr val="1A202C"/>
                </a:solidFill>
                <a:latin typeface="Arial"/>
              </a:rPr>
              <a:t>•  Esophageal candidiasis</a:t>
            </a:r>
          </a:p>
          <a:p>
            <a:pPr algn="l">
              <a:lnSpc>
                <a:spcPct val="115000"/>
              </a:lnSpc>
              <a:spcAft>
                <a:spcPts val="600"/>
              </a:spcAft>
            </a:pPr>
            <a:r>
              <a:rPr sz="1400">
                <a:solidFill>
                  <a:srgbClr val="1A202C"/>
                </a:solidFill>
                <a:latin typeface="Arial"/>
              </a:rPr>
              <a:t>•  CMV viremia</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274320"/>
            <a:ext cx="10789920" cy="731520"/>
          </a:xfrm>
          <a:prstGeom prst="rect">
            <a:avLst/>
          </a:prstGeom>
          <a:noFill/>
        </p:spPr>
        <p:txBody>
          <a:bodyPr wrap="square">
            <a:spAutoFit/>
          </a:bodyPr>
          <a:lstStyle/>
          <a:p>
            <a:pPr algn="l"/>
            <a:r>
              <a:rPr sz="3600" b="1" i="0">
                <a:solidFill>
                  <a:srgbClr val="1B2A4A"/>
                </a:solidFill>
                <a:latin typeface="Garamond"/>
              </a:rPr>
              <a:t>Patient 4 — Pericardial History &amp; IRIS Risk</a:t>
            </a:r>
          </a:p>
        </p:txBody>
      </p:sp>
      <p:sp>
        <p:nvSpPr>
          <p:cNvPr id="3" name="TextBox 2"/>
          <p:cNvSpPr txBox="1"/>
          <p:nvPr/>
        </p:nvSpPr>
        <p:spPr>
          <a:xfrm>
            <a:off x="685800" y="1097280"/>
            <a:ext cx="5303520" cy="365760"/>
          </a:xfrm>
          <a:prstGeom prst="rect">
            <a:avLst/>
          </a:prstGeom>
          <a:noFill/>
        </p:spPr>
        <p:txBody>
          <a:bodyPr wrap="square">
            <a:spAutoFit/>
          </a:bodyPr>
          <a:lstStyle/>
          <a:p>
            <a:pPr algn="l"/>
            <a:r>
              <a:rPr sz="1800" b="1" i="0">
                <a:solidFill>
                  <a:srgbClr val="DC2626"/>
                </a:solidFill>
                <a:latin typeface="Arial"/>
              </a:rPr>
              <a:t>Pericardial History (CRITICAL):</a:t>
            </a:r>
          </a:p>
        </p:txBody>
      </p:sp>
      <p:sp>
        <p:nvSpPr>
          <p:cNvPr id="4" name="TextBox 3"/>
          <p:cNvSpPr txBox="1"/>
          <p:nvPr/>
        </p:nvSpPr>
        <p:spPr>
          <a:xfrm>
            <a:off x="685800" y="1554480"/>
            <a:ext cx="5303520" cy="3200400"/>
          </a:xfrm>
          <a:prstGeom prst="rect">
            <a:avLst/>
          </a:prstGeom>
          <a:noFill/>
        </p:spPr>
        <p:txBody>
          <a:bodyPr wrap="square">
            <a:spAutoFit/>
          </a:bodyPr>
          <a:lstStyle/>
          <a:p>
            <a:pPr algn="l">
              <a:lnSpc>
                <a:spcPct val="115000"/>
              </a:lnSpc>
              <a:spcAft>
                <a:spcPts val="600"/>
              </a:spcAft>
            </a:pPr>
            <a:r>
              <a:rPr sz="1300">
                <a:solidFill>
                  <a:srgbClr val="1A202C"/>
                </a:solidFill>
                <a:latin typeface="Arial"/>
              </a:rPr>
              <a:t>•  Mar 2025: Strep bacteremia → pericardial effusion → tamponade → PEA arrest → emergent drain</a:t>
            </a:r>
          </a:p>
          <a:p>
            <a:pPr algn="l">
              <a:lnSpc>
                <a:spcPct val="115000"/>
              </a:lnSpc>
              <a:spcAft>
                <a:spcPts val="600"/>
              </a:spcAft>
            </a:pPr>
            <a:r>
              <a:rPr sz="1300">
                <a:solidFill>
                  <a:srgbClr val="1A202C"/>
                </a:solidFill>
                <a:latin typeface="Arial"/>
              </a:rPr>
              <a:t>•  Etiology: presumed infectious, never definitively established, NOT known TB</a:t>
            </a:r>
          </a:p>
          <a:p>
            <a:pPr algn="l">
              <a:lnSpc>
                <a:spcPct val="115000"/>
              </a:lnSpc>
              <a:spcAft>
                <a:spcPts val="600"/>
              </a:spcAft>
            </a:pPr>
            <a:r>
              <a:rPr sz="1300">
                <a:solidFill>
                  <a:srgbClr val="1A202C"/>
                </a:solidFill>
                <a:latin typeface="Arial"/>
              </a:rPr>
              <a:t>•  Apr 2025: effusive-constrictive pericarditis, loculated effusion, pericardial mass</a:t>
            </a:r>
          </a:p>
          <a:p>
            <a:pPr algn="l">
              <a:lnSpc>
                <a:spcPct val="115000"/>
              </a:lnSpc>
              <a:spcAft>
                <a:spcPts val="600"/>
              </a:spcAft>
            </a:pPr>
            <a:r>
              <a:rPr sz="1300">
                <a:solidFill>
                  <a:srgbClr val="1A202C"/>
                </a:solidFill>
                <a:latin typeface="Arial"/>
              </a:rPr>
              <a:t>•  CT surgery: too high risk; patient/family declined</a:t>
            </a:r>
          </a:p>
          <a:p>
            <a:pPr algn="l">
              <a:lnSpc>
                <a:spcPct val="115000"/>
              </a:lnSpc>
              <a:spcAft>
                <a:spcPts val="600"/>
              </a:spcAft>
            </a:pPr>
            <a:r>
              <a:rPr sz="1300">
                <a:solidFill>
                  <a:srgbClr val="1A202C"/>
                </a:solidFill>
                <a:latin typeface="Arial"/>
              </a:rPr>
              <a:t>•  May 2025: AMA discharge</a:t>
            </a:r>
          </a:p>
          <a:p>
            <a:pPr algn="l">
              <a:lnSpc>
                <a:spcPct val="115000"/>
              </a:lnSpc>
              <a:spcAft>
                <a:spcPts val="600"/>
              </a:spcAft>
            </a:pPr>
            <a:r>
              <a:rPr sz="1300">
                <a:solidFill>
                  <a:srgbClr val="1A202C"/>
                </a:solidFill>
                <a:latin typeface="Arial"/>
              </a:rPr>
              <a:t>•  Recent CT: NO current pericardial effusion (reassuring)</a:t>
            </a:r>
          </a:p>
        </p:txBody>
      </p:sp>
      <p:sp>
        <p:nvSpPr>
          <p:cNvPr id="5" name="TextBox 4"/>
          <p:cNvSpPr txBox="1"/>
          <p:nvPr/>
        </p:nvSpPr>
        <p:spPr>
          <a:xfrm>
            <a:off x="6400800" y="1097280"/>
            <a:ext cx="5303520" cy="365760"/>
          </a:xfrm>
          <a:prstGeom prst="rect">
            <a:avLst/>
          </a:prstGeom>
          <a:noFill/>
        </p:spPr>
        <p:txBody>
          <a:bodyPr wrap="square">
            <a:spAutoFit/>
          </a:bodyPr>
          <a:lstStyle/>
          <a:p>
            <a:pPr algn="l"/>
            <a:r>
              <a:rPr sz="1800" b="1" i="0">
                <a:solidFill>
                  <a:srgbClr val="0095A8"/>
                </a:solidFill>
                <a:latin typeface="Arial"/>
              </a:rPr>
              <a:t>IRIS Risk Assessment:</a:t>
            </a:r>
          </a:p>
        </p:txBody>
      </p:sp>
      <p:sp>
        <p:nvSpPr>
          <p:cNvPr id="6" name="TextBox 5"/>
          <p:cNvSpPr txBox="1"/>
          <p:nvPr/>
        </p:nvSpPr>
        <p:spPr>
          <a:xfrm>
            <a:off x="6400800" y="1554480"/>
            <a:ext cx="5303520" cy="3200400"/>
          </a:xfrm>
          <a:prstGeom prst="rect">
            <a:avLst/>
          </a:prstGeom>
          <a:noFill/>
        </p:spPr>
        <p:txBody>
          <a:bodyPr wrap="square">
            <a:spAutoFit/>
          </a:bodyPr>
          <a:lstStyle/>
          <a:p>
            <a:pPr algn="l">
              <a:lnSpc>
                <a:spcPct val="115000"/>
              </a:lnSpc>
              <a:spcAft>
                <a:spcPts val="600"/>
              </a:spcAft>
            </a:pPr>
            <a:r>
              <a:rPr sz="1300">
                <a:solidFill>
                  <a:srgbClr val="1A202C"/>
                </a:solidFill>
                <a:latin typeface="Arial"/>
              </a:rPr>
              <a:t>•  Pericardial effusion IS a recognized IRIS manifestation (esp TB-IRIS)</a:t>
            </a:r>
          </a:p>
          <a:p>
            <a:pPr algn="l">
              <a:lnSpc>
                <a:spcPct val="115000"/>
              </a:lnSpc>
              <a:spcAft>
                <a:spcPts val="600"/>
              </a:spcAft>
            </a:pPr>
            <a:r>
              <a:rPr sz="1300">
                <a:solidFill>
                  <a:srgbClr val="1A202C"/>
                </a:solidFill>
                <a:latin typeface="Arial"/>
              </a:rPr>
              <a:t>•  Cardiac tamponade as IRIS: documented but "extremely rare"</a:t>
            </a:r>
          </a:p>
          <a:p>
            <a:pPr algn="l">
              <a:lnSpc>
                <a:spcPct val="115000"/>
              </a:lnSpc>
              <a:spcAft>
                <a:spcPts val="600"/>
              </a:spcAft>
            </a:pPr>
            <a:r>
              <a:rPr sz="1300">
                <a:solidFill>
                  <a:srgbClr val="1A202C"/>
                </a:solidFill>
                <a:latin typeface="Arial"/>
              </a:rPr>
              <a:t>•  CrAg negativity removes most dangerous trigger</a:t>
            </a:r>
          </a:p>
          <a:p>
            <a:pPr algn="l">
              <a:lnSpc>
                <a:spcPct val="115000"/>
              </a:lnSpc>
              <a:spcAft>
                <a:spcPts val="600"/>
              </a:spcAft>
            </a:pPr>
            <a:r>
              <a:rPr sz="1300">
                <a:solidFill>
                  <a:srgbClr val="1A202C"/>
                </a:solidFill>
                <a:latin typeface="Arial"/>
              </a:rPr>
              <a:t>•  ART era: pericardial effusion rate 11% → 0.25% (ART is protective)</a:t>
            </a:r>
          </a:p>
          <a:p>
            <a:pPr algn="l">
              <a:lnSpc>
                <a:spcPct val="115000"/>
              </a:lnSpc>
              <a:spcAft>
                <a:spcPts val="600"/>
              </a:spcAft>
            </a:pPr>
            <a:r>
              <a:rPr sz="1300">
                <a:solidFill>
                  <a:srgbClr val="1A202C"/>
                </a:solidFill>
                <a:latin typeface="Arial"/>
              </a:rPr>
              <a:t>•  Concern is clinically legitimate but NOT a clear contraindication</a:t>
            </a:r>
          </a:p>
        </p:txBody>
      </p:sp>
      <p:sp>
        <p:nvSpPr>
          <p:cNvPr id="7" name="Rounded Rectangle 6"/>
          <p:cNvSpPr/>
          <p:nvPr/>
        </p:nvSpPr>
        <p:spPr>
          <a:xfrm>
            <a:off x="685800" y="5029200"/>
            <a:ext cx="10515600" cy="731520"/>
          </a:xfrm>
          <a:prstGeom prst="roundRect">
            <a:avLst/>
          </a:prstGeom>
          <a:solidFill>
            <a:srgbClr val="FFF3CD"/>
          </a:solidFill>
          <a:ln w="25400">
            <a:solidFill>
              <a:srgbClr val="D4A01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1B2A4A"/>
                </a:solidFill>
                <a:latin typeface="Arial"/>
              </a:rPr>
              <a:t>Clinical question: Risk of IRIS → new pericardial effusion → tamponade?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52049"/>
        </a:solidFill>
        <a:effectLst/>
      </p:bgPr>
    </p:bg>
    <p:spTree>
      <p:nvGrpSpPr>
        <p:cNvPr id="1" name=""/>
        <p:cNvGrpSpPr/>
        <p:nvPr/>
      </p:nvGrpSpPr>
      <p:grpSpPr/>
      <p:sp>
        <p:nvSpPr>
          <p:cNvPr id="2" name="TextBox 1"/>
          <p:cNvSpPr txBox="1"/>
          <p:nvPr/>
        </p:nvSpPr>
        <p:spPr>
          <a:xfrm>
            <a:off x="685800" y="274320"/>
            <a:ext cx="3200400" cy="457200"/>
          </a:xfrm>
          <a:prstGeom prst="rect">
            <a:avLst/>
          </a:prstGeom>
          <a:noFill/>
        </p:spPr>
        <p:txBody>
          <a:bodyPr wrap="square">
            <a:spAutoFit/>
          </a:bodyPr>
          <a:lstStyle/>
          <a:p>
            <a:pPr algn="l"/>
            <a:r>
              <a:rPr sz="1400" b="1" i="0">
                <a:solidFill>
                  <a:srgbClr val="0095A8"/>
                </a:solidFill>
                <a:latin typeface="Arial"/>
              </a:rPr>
              <a:t>POLL EVERYWHERE</a:t>
            </a:r>
          </a:p>
        </p:txBody>
      </p:sp>
      <p:sp>
        <p:nvSpPr>
          <p:cNvPr id="3" name="TextBox 2"/>
          <p:cNvSpPr txBox="1"/>
          <p:nvPr/>
        </p:nvSpPr>
        <p:spPr>
          <a:xfrm>
            <a:off x="685800" y="822960"/>
            <a:ext cx="10789920" cy="914400"/>
          </a:xfrm>
          <a:prstGeom prst="rect">
            <a:avLst/>
          </a:prstGeom>
          <a:noFill/>
        </p:spPr>
        <p:txBody>
          <a:bodyPr wrap="square">
            <a:spAutoFit/>
          </a:bodyPr>
          <a:lstStyle/>
          <a:p>
            <a:pPr algn="l"/>
            <a:r>
              <a:rPr sz="2800" b="1" i="0">
                <a:solidFill>
                  <a:srgbClr val="FFFFFF"/>
                </a:solidFill>
                <a:latin typeface="Garamond"/>
              </a:rPr>
              <a:t>You are consulted on starting ART. What do you do?</a:t>
            </a:r>
          </a:p>
        </p:txBody>
      </p:sp>
      <p:sp>
        <p:nvSpPr>
          <p:cNvPr id="4" name="TextBox 3"/>
          <p:cNvSpPr txBox="1"/>
          <p:nvPr/>
        </p:nvSpPr>
        <p:spPr>
          <a:xfrm>
            <a:off x="1097280" y="2011680"/>
            <a:ext cx="10058400" cy="640080"/>
          </a:xfrm>
          <a:prstGeom prst="rect">
            <a:avLst/>
          </a:prstGeom>
          <a:noFill/>
        </p:spPr>
        <p:txBody>
          <a:bodyPr wrap="square">
            <a:spAutoFit/>
          </a:bodyPr>
          <a:lstStyle/>
          <a:p>
            <a:r>
              <a:rPr sz="2000" b="1">
                <a:solidFill>
                  <a:srgbClr val="0095A8"/>
                </a:solidFill>
                <a:latin typeface="Arial"/>
              </a:rPr>
              <a:t>A:  </a:t>
            </a:r>
            <a:r>
              <a:rPr sz="2000">
                <a:solidFill>
                  <a:srgbClr val="FFFFFF"/>
                </a:solidFill>
                <a:latin typeface="Arial"/>
              </a:rPr>
              <a:t>Start Cabenuva (CAB/RPV) now</a:t>
            </a:r>
          </a:p>
        </p:txBody>
      </p:sp>
      <p:sp>
        <p:nvSpPr>
          <p:cNvPr id="5" name="TextBox 4"/>
          <p:cNvSpPr txBox="1"/>
          <p:nvPr/>
        </p:nvSpPr>
        <p:spPr>
          <a:xfrm>
            <a:off x="1097280" y="2788920"/>
            <a:ext cx="10058400" cy="640080"/>
          </a:xfrm>
          <a:prstGeom prst="rect">
            <a:avLst/>
          </a:prstGeom>
          <a:noFill/>
        </p:spPr>
        <p:txBody>
          <a:bodyPr wrap="square">
            <a:spAutoFit/>
          </a:bodyPr>
          <a:lstStyle/>
          <a:p>
            <a:r>
              <a:rPr sz="2000" b="1">
                <a:solidFill>
                  <a:srgbClr val="0095A8"/>
                </a:solidFill>
                <a:latin typeface="Arial"/>
              </a:rPr>
              <a:t>B:  </a:t>
            </a:r>
            <a:r>
              <a:rPr sz="2000">
                <a:solidFill>
                  <a:srgbClr val="FFFFFF"/>
                </a:solidFill>
                <a:latin typeface="Arial"/>
              </a:rPr>
              <a:t>Start Cabenuva + Lenacapavir now</a:t>
            </a:r>
          </a:p>
        </p:txBody>
      </p:sp>
      <p:sp>
        <p:nvSpPr>
          <p:cNvPr id="6" name="TextBox 5"/>
          <p:cNvSpPr txBox="1"/>
          <p:nvPr/>
        </p:nvSpPr>
        <p:spPr>
          <a:xfrm>
            <a:off x="1097280" y="3566160"/>
            <a:ext cx="10058400" cy="640080"/>
          </a:xfrm>
          <a:prstGeom prst="rect">
            <a:avLst/>
          </a:prstGeom>
          <a:noFill/>
        </p:spPr>
        <p:txBody>
          <a:bodyPr wrap="square">
            <a:spAutoFit/>
          </a:bodyPr>
          <a:lstStyle/>
          <a:p>
            <a:r>
              <a:rPr sz="2000" b="1">
                <a:solidFill>
                  <a:srgbClr val="0095A8"/>
                </a:solidFill>
                <a:latin typeface="Arial"/>
              </a:rPr>
              <a:t>C:  </a:t>
            </a:r>
            <a:r>
              <a:rPr sz="2000">
                <a:solidFill>
                  <a:srgbClr val="FFFFFF"/>
                </a:solidFill>
                <a:latin typeface="Arial"/>
              </a:rPr>
              <a:t>Start DRV/c/TAF/FTC (oral) now</a:t>
            </a:r>
          </a:p>
        </p:txBody>
      </p:sp>
      <p:sp>
        <p:nvSpPr>
          <p:cNvPr id="7" name="TextBox 6"/>
          <p:cNvSpPr txBox="1"/>
          <p:nvPr/>
        </p:nvSpPr>
        <p:spPr>
          <a:xfrm>
            <a:off x="1097280" y="4343400"/>
            <a:ext cx="10058400" cy="640080"/>
          </a:xfrm>
          <a:prstGeom prst="rect">
            <a:avLst/>
          </a:prstGeom>
          <a:noFill/>
        </p:spPr>
        <p:txBody>
          <a:bodyPr wrap="square">
            <a:spAutoFit/>
          </a:bodyPr>
          <a:lstStyle/>
          <a:p>
            <a:r>
              <a:rPr sz="2000" b="1">
                <a:solidFill>
                  <a:srgbClr val="0095A8"/>
                </a:solidFill>
                <a:latin typeface="Arial"/>
              </a:rPr>
              <a:t>D:  </a:t>
            </a:r>
            <a:r>
              <a:rPr sz="2000">
                <a:solidFill>
                  <a:srgbClr val="FFFFFF"/>
                </a:solidFill>
                <a:latin typeface="Arial"/>
              </a:rPr>
              <a:t>Start BIC/TAF/FTC (oral) now</a:t>
            </a:r>
          </a:p>
        </p:txBody>
      </p:sp>
      <p:sp>
        <p:nvSpPr>
          <p:cNvPr id="8" name="TextBox 7"/>
          <p:cNvSpPr txBox="1"/>
          <p:nvPr/>
        </p:nvSpPr>
        <p:spPr>
          <a:xfrm>
            <a:off x="1097280" y="5120640"/>
            <a:ext cx="10058400" cy="640080"/>
          </a:xfrm>
          <a:prstGeom prst="rect">
            <a:avLst/>
          </a:prstGeom>
          <a:noFill/>
        </p:spPr>
        <p:txBody>
          <a:bodyPr wrap="square">
            <a:spAutoFit/>
          </a:bodyPr>
          <a:lstStyle/>
          <a:p>
            <a:r>
              <a:rPr sz="2000" b="1">
                <a:solidFill>
                  <a:srgbClr val="0095A8"/>
                </a:solidFill>
                <a:latin typeface="Arial"/>
              </a:rPr>
              <a:t>E:  </a:t>
            </a:r>
            <a:r>
              <a:rPr sz="2000">
                <a:solidFill>
                  <a:srgbClr val="FFFFFF"/>
                </a:solidFill>
                <a:latin typeface="Arial"/>
              </a:rPr>
              <a:t>Wait — get LA-antipsychotic first, then reassess ART</a:t>
            </a:r>
          </a:p>
        </p:txBody>
      </p:sp>
      <p:sp>
        <p:nvSpPr>
          <p:cNvPr id="9" name="TextBox 8"/>
          <p:cNvSpPr txBox="1"/>
          <p:nvPr/>
        </p:nvSpPr>
        <p:spPr>
          <a:xfrm>
            <a:off x="1097280" y="5669280"/>
            <a:ext cx="10058400" cy="457200"/>
          </a:xfrm>
          <a:prstGeom prst="rect">
            <a:avLst/>
          </a:prstGeom>
          <a:noFill/>
        </p:spPr>
        <p:txBody>
          <a:bodyPr wrap="square">
            <a:spAutoFit/>
          </a:bodyPr>
          <a:lstStyle/>
          <a:p>
            <a:pPr algn="l"/>
            <a:r>
              <a:rPr sz="1300" b="0" i="1">
                <a:solidFill>
                  <a:srgbClr val="D4A01E"/>
                </a:solidFill>
                <a:latin typeface="Arial"/>
              </a:rPr>
              <a:t>No correct answer — genuine consult. Current lean: E (LA-antipsychotic first), but CD4 &lt;35 makes delay dangerous.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TextBox 1"/>
          <p:cNvSpPr txBox="1"/>
          <p:nvPr/>
        </p:nvSpPr>
        <p:spPr>
          <a:xfrm>
            <a:off x="685800" y="274320"/>
            <a:ext cx="10789920" cy="731520"/>
          </a:xfrm>
          <a:prstGeom prst="rect">
            <a:avLst/>
          </a:prstGeom>
          <a:noFill/>
        </p:spPr>
        <p:txBody>
          <a:bodyPr wrap="square">
            <a:spAutoFit/>
          </a:bodyPr>
          <a:lstStyle/>
          <a:p>
            <a:pPr algn="l"/>
            <a:r>
              <a:rPr sz="3600" b="1" i="0">
                <a:solidFill>
                  <a:srgbClr val="FFFFFF"/>
                </a:solidFill>
                <a:latin typeface="Garamond"/>
              </a:rPr>
              <a:t>Key Takeaways</a:t>
            </a:r>
          </a:p>
        </p:txBody>
      </p:sp>
      <p:sp>
        <p:nvSpPr>
          <p:cNvPr id="3" name="Oval 2"/>
          <p:cNvSpPr/>
          <p:nvPr/>
        </p:nvSpPr>
        <p:spPr>
          <a:xfrm>
            <a:off x="685800" y="1188720"/>
            <a:ext cx="365760" cy="365760"/>
          </a:xfrm>
          <a:prstGeom prst="ellipse">
            <a:avLst/>
          </a:prstGeom>
          <a:solidFill>
            <a:srgbClr val="0095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Arial"/>
              </a:rPr>
              <a:t>1</a:t>
            </a:r>
          </a:p>
        </p:txBody>
      </p:sp>
      <p:sp>
        <p:nvSpPr>
          <p:cNvPr id="4" name="TextBox 3"/>
          <p:cNvSpPr txBox="1"/>
          <p:nvPr/>
        </p:nvSpPr>
        <p:spPr>
          <a:xfrm>
            <a:off x="1188720" y="1143000"/>
            <a:ext cx="10241280" cy="457200"/>
          </a:xfrm>
          <a:prstGeom prst="rect">
            <a:avLst/>
          </a:prstGeom>
          <a:noFill/>
        </p:spPr>
        <p:txBody>
          <a:bodyPr wrap="square">
            <a:spAutoFit/>
          </a:bodyPr>
          <a:lstStyle/>
          <a:p>
            <a:pPr algn="l"/>
            <a:r>
              <a:rPr sz="1400" b="0" i="0">
                <a:solidFill>
                  <a:srgbClr val="FFFFFF"/>
                </a:solidFill>
                <a:latin typeface="Arial"/>
              </a:rPr>
              <a:t>LA-ART works in this population — 100% suppression — but requires intensive infrastructure. Not set-it-and-forget-it.</a:t>
            </a:r>
          </a:p>
        </p:txBody>
      </p:sp>
      <p:sp>
        <p:nvSpPr>
          <p:cNvPr id="5" name="Oval 4"/>
          <p:cNvSpPr/>
          <p:nvPr/>
        </p:nvSpPr>
        <p:spPr>
          <a:xfrm>
            <a:off x="685800" y="2148840"/>
            <a:ext cx="365760" cy="365760"/>
          </a:xfrm>
          <a:prstGeom prst="ellipse">
            <a:avLst/>
          </a:prstGeom>
          <a:solidFill>
            <a:srgbClr val="0095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Arial"/>
              </a:rPr>
              <a:t>2</a:t>
            </a:r>
          </a:p>
        </p:txBody>
      </p:sp>
      <p:sp>
        <p:nvSpPr>
          <p:cNvPr id="6" name="TextBox 5"/>
          <p:cNvSpPr txBox="1"/>
          <p:nvPr/>
        </p:nvSpPr>
        <p:spPr>
          <a:xfrm>
            <a:off x="1188720" y="2103120"/>
            <a:ext cx="10241280" cy="457200"/>
          </a:xfrm>
          <a:prstGeom prst="rect">
            <a:avLst/>
          </a:prstGeom>
          <a:noFill/>
        </p:spPr>
        <p:txBody>
          <a:bodyPr wrap="square">
            <a:spAutoFit/>
          </a:bodyPr>
          <a:lstStyle/>
          <a:p>
            <a:pPr algn="l"/>
            <a:r>
              <a:rPr sz="1400" b="0" i="0">
                <a:solidFill>
                  <a:srgbClr val="FFFFFF"/>
                </a:solidFill>
                <a:latin typeface="Arial"/>
              </a:rPr>
              <a:t>For patients at high LTFU risk, LEN + CAB/RPV may offer population-level harm reduction — protecting the INSTI class even when CAB levels drop.</a:t>
            </a:r>
          </a:p>
        </p:txBody>
      </p:sp>
      <p:sp>
        <p:nvSpPr>
          <p:cNvPr id="7" name="Oval 6"/>
          <p:cNvSpPr/>
          <p:nvPr/>
        </p:nvSpPr>
        <p:spPr>
          <a:xfrm>
            <a:off x="685800" y="3108960"/>
            <a:ext cx="365760" cy="365760"/>
          </a:xfrm>
          <a:prstGeom prst="ellipse">
            <a:avLst/>
          </a:prstGeom>
          <a:solidFill>
            <a:srgbClr val="0095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Arial"/>
              </a:rPr>
              <a:t>3</a:t>
            </a:r>
          </a:p>
        </p:txBody>
      </p:sp>
      <p:sp>
        <p:nvSpPr>
          <p:cNvPr id="8" name="TextBox 7"/>
          <p:cNvSpPr txBox="1"/>
          <p:nvPr/>
        </p:nvSpPr>
        <p:spPr>
          <a:xfrm>
            <a:off x="1188720" y="3063240"/>
            <a:ext cx="10241280" cy="457200"/>
          </a:xfrm>
          <a:prstGeom prst="rect">
            <a:avLst/>
          </a:prstGeom>
          <a:noFill/>
        </p:spPr>
        <p:txBody>
          <a:bodyPr wrap="square">
            <a:spAutoFit/>
          </a:bodyPr>
          <a:lstStyle/>
          <a:p>
            <a:pPr algn="l"/>
            <a:r>
              <a:rPr sz="1400" b="0" i="0">
                <a:solidFill>
                  <a:srgbClr val="FFFFFF"/>
                </a:solidFill>
                <a:latin typeface="Arial"/>
              </a:rPr>
              <a:t>In low-barrier settings: act when the patient is in front of you. Waiting for perfect lab data can mean waiting forever.</a:t>
            </a:r>
          </a:p>
        </p:txBody>
      </p:sp>
      <p:sp>
        <p:nvSpPr>
          <p:cNvPr id="9" name="Oval 8"/>
          <p:cNvSpPr/>
          <p:nvPr/>
        </p:nvSpPr>
        <p:spPr>
          <a:xfrm>
            <a:off x="685800" y="4069080"/>
            <a:ext cx="365760" cy="365760"/>
          </a:xfrm>
          <a:prstGeom prst="ellipse">
            <a:avLst/>
          </a:prstGeom>
          <a:solidFill>
            <a:srgbClr val="0095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Arial"/>
              </a:rPr>
              <a:t>4</a:t>
            </a:r>
          </a:p>
        </p:txBody>
      </p:sp>
      <p:sp>
        <p:nvSpPr>
          <p:cNvPr id="10" name="TextBox 9"/>
          <p:cNvSpPr txBox="1"/>
          <p:nvPr/>
        </p:nvSpPr>
        <p:spPr>
          <a:xfrm>
            <a:off x="1188720" y="4023360"/>
            <a:ext cx="10241280" cy="457200"/>
          </a:xfrm>
          <a:prstGeom prst="rect">
            <a:avLst/>
          </a:prstGeom>
          <a:noFill/>
        </p:spPr>
        <p:txBody>
          <a:bodyPr wrap="square">
            <a:spAutoFit/>
          </a:bodyPr>
          <a:lstStyle/>
          <a:p>
            <a:pPr algn="l"/>
            <a:r>
              <a:rPr sz="1400" b="0" i="0">
                <a:solidFill>
                  <a:srgbClr val="FFFFFF"/>
                </a:solidFill>
                <a:latin typeface="Arial"/>
              </a:rPr>
              <a:t>Starting ART in patients with AIDS and incompletely treated infectious pericarditis raises novel IRIS concerns the field has not yet addressed.</a:t>
            </a:r>
          </a:p>
        </p:txBody>
      </p:sp>
      <p:sp>
        <p:nvSpPr>
          <p:cNvPr id="11" name="Oval 10"/>
          <p:cNvSpPr/>
          <p:nvPr/>
        </p:nvSpPr>
        <p:spPr>
          <a:xfrm>
            <a:off x="685800" y="5029200"/>
            <a:ext cx="365760" cy="365760"/>
          </a:xfrm>
          <a:prstGeom prst="ellipse">
            <a:avLst/>
          </a:prstGeom>
          <a:solidFill>
            <a:srgbClr val="0095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Arial"/>
              </a:rPr>
              <a:t>5</a:t>
            </a:r>
          </a:p>
        </p:txBody>
      </p:sp>
      <p:sp>
        <p:nvSpPr>
          <p:cNvPr id="12" name="TextBox 11"/>
          <p:cNvSpPr txBox="1"/>
          <p:nvPr/>
        </p:nvSpPr>
        <p:spPr>
          <a:xfrm>
            <a:off x="1188720" y="4983480"/>
            <a:ext cx="10241280" cy="457200"/>
          </a:xfrm>
          <a:prstGeom prst="rect">
            <a:avLst/>
          </a:prstGeom>
          <a:noFill/>
        </p:spPr>
        <p:txBody>
          <a:bodyPr wrap="square">
            <a:spAutoFit/>
          </a:bodyPr>
          <a:lstStyle/>
          <a:p>
            <a:pPr algn="l"/>
            <a:r>
              <a:rPr sz="1400" b="0" i="0">
                <a:solidFill>
                  <a:srgbClr val="FFFFFF"/>
                </a:solidFill>
                <a:latin typeface="Arial"/>
              </a:rPr>
              <a:t>Humility. We are working in genuinely new territory. These cases don't have clean endings — and that's the point.</a:t>
            </a:r>
          </a:p>
        </p:txBody>
      </p:sp>
      <p:sp>
        <p:nvSpPr>
          <p:cNvPr id="13" name="TextBox 12"/>
          <p:cNvSpPr txBox="1"/>
          <p:nvPr/>
        </p:nvSpPr>
        <p:spPr>
          <a:xfrm>
            <a:off x="685800" y="5943600"/>
            <a:ext cx="10789920" cy="457200"/>
          </a:xfrm>
          <a:prstGeom prst="rect">
            <a:avLst/>
          </a:prstGeom>
          <a:noFill/>
        </p:spPr>
        <p:txBody>
          <a:bodyPr wrap="square">
            <a:spAutoFit/>
          </a:bodyPr>
          <a:lstStyle/>
          <a:p>
            <a:pPr algn="ctr"/>
            <a:r>
              <a:rPr sz="1000" b="0" i="1">
                <a:solidFill>
                  <a:srgbClr val="5F6B7A"/>
                </a:solidFill>
                <a:latin typeface="Arial"/>
              </a:rPr>
              <a:t>Mehtani NJ et al. Open Forum Infect Dis. 2025;12(6):ofaf330.  |  Mehtani NJ et al. JAIDS. 2024;96:61-7.  |  LA-PrEP abstract, submitted 2026.  |  Oral vs. LA-ART comparison, in prep.</a:t>
            </a:r>
          </a:p>
        </p:txBody>
      </p:sp>
      <p:sp>
        <p:nvSpPr>
          <p:cNvPr id="14" name="TextBox 13"/>
          <p:cNvSpPr txBox="1"/>
          <p:nvPr/>
        </p:nvSpPr>
        <p:spPr>
          <a:xfrm>
            <a:off x="3657600" y="6400800"/>
            <a:ext cx="4572000" cy="365760"/>
          </a:xfrm>
          <a:prstGeom prst="rect">
            <a:avLst/>
          </a:prstGeom>
          <a:noFill/>
        </p:spPr>
        <p:txBody>
          <a:bodyPr wrap="square">
            <a:spAutoFit/>
          </a:bodyPr>
          <a:lstStyle/>
          <a:p>
            <a:pPr algn="ctr"/>
            <a:r>
              <a:rPr sz="2400" b="1" i="0">
                <a:solidFill>
                  <a:srgbClr val="0095A8"/>
                </a:solidFill>
                <a:latin typeface="Garamond"/>
              </a:rPr>
              <a:t>Thank you.</a:t>
            </a:r>
          </a:p>
        </p:txBody>
      </p:sp>
    </p:spTree>
  </p:cSld>
  <p:clrMapOvr>
    <a:masterClrMapping/>
  </p:clrMapOvr>
</p:sld>
</file>

<file path=ppt/theme/theme1.xml><?xml version="1.0" encoding="utf-8"?>
<a:theme xmlns:a="http://schemas.openxmlformats.org/drawingml/2006/main" name="UCSF Classic">
  <a:themeElements>
    <a:clrScheme name="UCSF 1">
      <a:dk1>
        <a:srgbClr val="052049"/>
      </a:dk1>
      <a:lt1>
        <a:srgbClr val="FFFFFF"/>
      </a:lt1>
      <a:dk2>
        <a:srgbClr val="052049"/>
      </a:dk2>
      <a:lt2>
        <a:srgbClr val="FFFFFF"/>
      </a:lt2>
      <a:accent1>
        <a:srgbClr val="0093D0"/>
      </a:accent1>
      <a:accent2>
        <a:srgbClr val="16A0AC"/>
      </a:accent2>
      <a:accent3>
        <a:srgbClr val="32A03E"/>
      </a:accent3>
      <a:accent4>
        <a:srgbClr val="A238BA"/>
      </a:accent4>
      <a:accent5>
        <a:srgbClr val="C32882"/>
      </a:accent5>
      <a:accent6>
        <a:srgbClr val="6C61D0"/>
      </a:accent6>
      <a:hlink>
        <a:srgbClr val="178CCB"/>
      </a:hlink>
      <a:folHlink>
        <a:srgbClr val="5F5F5F"/>
      </a:folHlink>
    </a:clrScheme>
    <a:fontScheme name="UCSF">
      <a:majorFont>
        <a:latin typeface="Garamond"/>
        <a:ea typeface=""/>
        <a:cs typeface=""/>
      </a:majorFont>
      <a:minorFont>
        <a:latin typeface="Arial"/>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19050" algn="ctr">
          <a:noFill/>
          <a:miter lim="800000"/>
          <a:headEnd/>
          <a:tailEnd/>
        </a:ln>
      </a:spPr>
      <a:bodyPr wrap="none" rtlCol="0" anchor="ctr"/>
      <a:lstStyle>
        <a:defPPr algn="ctr">
          <a:lnSpc>
            <a:spcPct val="90000"/>
          </a:lnSpc>
          <a:defRPr sz="1600" b="1" dirty="0" err="1" smtClean="0">
            <a:solidFill>
              <a:schemeClr val="bg1"/>
            </a:solidFill>
            <a:latin typeface="+mj-lt"/>
          </a:defRPr>
        </a:defPPr>
      </a:lstStyle>
    </a:spDef>
    <a:lnDef>
      <a:spPr>
        <a:ln w="28575">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bwMode="auto">
        <a:noFill/>
        <a:ln w="19050" algn="ctr">
          <a:noFill/>
          <a:miter lim="800000"/>
          <a:headEnd/>
          <a:tailEnd/>
        </a:ln>
      </a:spPr>
      <a:bodyPr wrap="square" lIns="0" tIns="0" rIns="0" bIns="0" rtlCol="0">
        <a:noAutofit/>
      </a:bodyPr>
      <a:lstStyle>
        <a:defPPr marL="342900" indent="-342900">
          <a:buClr>
            <a:schemeClr val="accent1"/>
          </a:buClr>
          <a:buSzPct val="80000"/>
          <a:buFont typeface="Wingdings" charset="2"/>
          <a:buChar char="§"/>
          <a:defRPr sz="2000" dirty="0" smtClean="0">
            <a:solidFill>
              <a:schemeClr val="tx1"/>
            </a:solidFill>
          </a:defRPr>
        </a:defPPr>
      </a:lstStyle>
    </a:txDef>
  </a:objectDefaults>
  <a:extraClrSchemeLst/>
  <a:extLst>
    <a:ext uri="{05A4C25C-085E-4340-85A3-A5531E510DB2}">
      <thm15:themeFamily xmlns:thm15="http://schemas.microsoft.com/office/thememl/2012/main" name="e3_UCSF-16x9-FontA_test2" id="{24DA3907-1B0C-0B4F-8531-D21433304D1E}" vid="{D9C2AF2E-EB53-994D-B007-E3AEEE4B0E8B}"/>
    </a:ext>
  </a:extLst>
</a:theme>
</file>

<file path=ppt/theme/theme2.xml><?xml version="1.0" encoding="utf-8"?>
<a:theme xmlns:a="http://schemas.openxmlformats.org/drawingml/2006/main" name="UCSF Contemporary Pattern 1">
  <a:themeElements>
    <a:clrScheme name="USCF Template">
      <a:dk1>
        <a:srgbClr val="052049"/>
      </a:dk1>
      <a:lt1>
        <a:srgbClr val="FFFFFF"/>
      </a:lt1>
      <a:dk2>
        <a:srgbClr val="052049"/>
      </a:dk2>
      <a:lt2>
        <a:srgbClr val="FFFFFF"/>
      </a:lt2>
      <a:accent1>
        <a:srgbClr val="178CCB"/>
      </a:accent1>
      <a:accent2>
        <a:srgbClr val="16A0AC"/>
      </a:accent2>
      <a:accent3>
        <a:srgbClr val="32A03E"/>
      </a:accent3>
      <a:accent4>
        <a:srgbClr val="6E61D7"/>
      </a:accent4>
      <a:accent5>
        <a:srgbClr val="A238BA"/>
      </a:accent5>
      <a:accent6>
        <a:srgbClr val="C32882"/>
      </a:accent6>
      <a:hlink>
        <a:srgbClr val="178CCB"/>
      </a:hlink>
      <a:folHlink>
        <a:srgbClr val="5F5F5F"/>
      </a:folHlink>
    </a:clrScheme>
    <a:fontScheme name="UCSF">
      <a:majorFont>
        <a:latin typeface="Garamond"/>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19050" algn="ctr">
          <a:noFill/>
          <a:miter lim="800000"/>
          <a:headEnd/>
          <a:tailEnd/>
        </a:ln>
      </a:spPr>
      <a:bodyPr wrap="none" rtlCol="0" anchor="ctr"/>
      <a:lstStyle>
        <a:defPPr algn="ctr">
          <a:lnSpc>
            <a:spcPct val="90000"/>
          </a:lnSpc>
          <a:defRPr sz="1600" b="1" dirty="0" err="1" smtClean="0">
            <a:solidFill>
              <a:schemeClr val="bg1"/>
            </a:solidFill>
            <a:latin typeface="+mj-lt"/>
          </a:defRPr>
        </a:defPPr>
      </a:lstStyle>
    </a:spDef>
    <a:lnDef>
      <a:spPr>
        <a:ln w="28575">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bwMode="auto">
        <a:noFill/>
        <a:ln w="19050" algn="ctr">
          <a:noFill/>
          <a:miter lim="800000"/>
          <a:headEnd/>
          <a:tailEnd/>
        </a:ln>
      </a:spPr>
      <a:bodyPr wrap="square" lIns="0" tIns="0" rIns="0" bIns="0" rtlCol="0">
        <a:spAutoFit/>
      </a:bodyPr>
      <a:lstStyle>
        <a:defPPr>
          <a:defRPr sz="2000" dirty="0" err="1" smtClean="0"/>
        </a:defPPr>
      </a:lstStyle>
    </a:txDef>
  </a:objectDefaults>
  <a:extraClrSchemeLst/>
  <a:extLst>
    <a:ext uri="{05A4C25C-085E-4340-85A3-A5531E510DB2}">
      <thm15:themeFamily xmlns:thm15="http://schemas.microsoft.com/office/thememl/2012/main" name="e3_UCSF-16x9-FontA_test2" id="{24DA3907-1B0C-0B4F-8531-D21433304D1E}" vid="{5AF78529-A89B-1E41-BE10-0E2BEF66F84E}"/>
    </a:ext>
  </a:extLst>
</a:theme>
</file>

<file path=ppt/theme/theme3.xml><?xml version="1.0" encoding="utf-8"?>
<a:theme xmlns:a="http://schemas.openxmlformats.org/drawingml/2006/main" name="Office Theme">
  <a:themeElements>
    <a:clrScheme name="Coalesse Palette">
      <a:dk1>
        <a:sysClr val="windowText" lastClr="000000"/>
      </a:dk1>
      <a:lt1>
        <a:sysClr val="window" lastClr="FFFFFF"/>
      </a:lt1>
      <a:dk2>
        <a:srgbClr val="342B2A"/>
      </a:dk2>
      <a:lt2>
        <a:srgbClr val="DAD6CB"/>
      </a:lt2>
      <a:accent1>
        <a:srgbClr val="E55302"/>
      </a:accent1>
      <a:accent2>
        <a:srgbClr val="5F3032"/>
      </a:accent2>
      <a:accent3>
        <a:srgbClr val="005774"/>
      </a:accent3>
      <a:accent4>
        <a:srgbClr val="9BA03C"/>
      </a:accent4>
      <a:accent5>
        <a:srgbClr val="34AA71"/>
      </a:accent5>
      <a:accent6>
        <a:srgbClr val="F3BD48"/>
      </a:accent6>
      <a:hlink>
        <a:srgbClr val="34AA71"/>
      </a:hlink>
      <a:folHlink>
        <a:srgbClr val="8C8C8C"/>
      </a:folHlink>
    </a:clrScheme>
    <a:fontScheme name="Coalesse">
      <a:majorFont>
        <a:latin typeface="Arial"/>
        <a:ea typeface=""/>
        <a:cs typeface=""/>
      </a:majorFont>
      <a:minorFont>
        <a:latin typeface="Garamond"/>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Coalesse Palette">
      <a:dk1>
        <a:sysClr val="windowText" lastClr="000000"/>
      </a:dk1>
      <a:lt1>
        <a:sysClr val="window" lastClr="FFFFFF"/>
      </a:lt1>
      <a:dk2>
        <a:srgbClr val="342B2A"/>
      </a:dk2>
      <a:lt2>
        <a:srgbClr val="DAD6CB"/>
      </a:lt2>
      <a:accent1>
        <a:srgbClr val="E55302"/>
      </a:accent1>
      <a:accent2>
        <a:srgbClr val="5F3032"/>
      </a:accent2>
      <a:accent3>
        <a:srgbClr val="005774"/>
      </a:accent3>
      <a:accent4>
        <a:srgbClr val="9BA03C"/>
      </a:accent4>
      <a:accent5>
        <a:srgbClr val="34AA71"/>
      </a:accent5>
      <a:accent6>
        <a:srgbClr val="F3BD48"/>
      </a:accent6>
      <a:hlink>
        <a:srgbClr val="34AA71"/>
      </a:hlink>
      <a:folHlink>
        <a:srgbClr val="8C8C8C"/>
      </a:folHlink>
    </a:clrScheme>
    <a:fontScheme name="Coalesse">
      <a:majorFont>
        <a:latin typeface="Arial"/>
        <a:ea typeface=""/>
        <a:cs typeface=""/>
      </a:majorFont>
      <a:minorFont>
        <a:latin typeface="Garamond"/>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9BFD5D484ED57438231C5F4848B6EC7" ma:contentTypeVersion="0" ma:contentTypeDescription="Create a new document." ma:contentTypeScope="" ma:versionID="48808eaeca51724a2208bf8797897858">
  <xsd:schema xmlns:xsd="http://www.w3.org/2001/XMLSchema" xmlns:p="http://schemas.microsoft.com/office/2006/metadata/properties" targetNamespace="http://schemas.microsoft.com/office/2006/metadata/properties" ma:root="true" ma:fieldsID="4aeb20c0e3442673af7ee10786458764">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office/internal/2005/internalDocumentation"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ma:readOnly="tru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lastPrinted" minOccurs="0" maxOccurs="1" type="xsd:dateTime"/>
        <xsd:element name="contentStatus" minOccurs="0" maxOccurs="1" type="xsd:string"/>
      </xsd:all>
    </xsd:complexType>
  </xsd:schema>
</ct:contentTypeSchema>
</file>

<file path=customXml/item2.xml><?xml version="1.0" encoding="utf-8"?>
<p:properties xmlns:p="http://schemas.microsoft.com/office/2006/metadata/properties" xmlns:xsi="http://www.w3.org/2001/XMLSchema-instanc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5686649-89C0-47C3-BB59-3DECE68F346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office/internal/2005/internalDocumentation"/>
  </ds:schemaRefs>
</ds:datastoreItem>
</file>

<file path=customXml/itemProps2.xml><?xml version="1.0" encoding="utf-8"?>
<ds:datastoreItem xmlns:ds="http://schemas.openxmlformats.org/officeDocument/2006/customXml" ds:itemID="{DB48DB2A-A2BB-49B9-B517-04CB45F2482A}">
  <ds:schemaRefs>
    <ds:schemaRef ds:uri="http://purl.org/dc/elements/1.1/"/>
    <ds:schemaRef ds:uri="http://schemas.microsoft.com/office/2006/metadata/properties"/>
    <ds:schemaRef ds:uri="http://schemas.microsoft.com/office/2006/documentManagement/types"/>
    <ds:schemaRef ds:uri="http://purl.org/dc/terms/"/>
    <ds:schemaRef ds:uri="http://schemas.openxmlformats.org/package/2006/metadata/core-properties"/>
    <ds:schemaRef ds:uri="http://purl.org/dc/dcmitype/"/>
    <ds:schemaRef ds:uri="http://www.w3.org/XML/1998/namespace"/>
  </ds:schemaRefs>
</ds:datastoreItem>
</file>

<file path=customXml/itemProps3.xml><?xml version="1.0" encoding="utf-8"?>
<ds:datastoreItem xmlns:ds="http://schemas.openxmlformats.org/officeDocument/2006/customXml" ds:itemID="{F8A51949-CE2D-4D1D-81B7-CD96A131197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e3_UCSF-16x9-FontA_Draft4 (1)</Template>
  <TotalTime>3068</TotalTime>
  <Words>476</Words>
  <Application>Microsoft Macintosh PowerPoint</Application>
  <PresentationFormat>On-screen Show (16:9)</PresentationFormat>
  <Paragraphs>73</Paragraphs>
  <Slides>6</Slides>
  <Notes>1</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6</vt:i4>
      </vt:variant>
    </vt:vector>
  </HeadingPairs>
  <TitlesOfParts>
    <vt:vector size="12" baseType="lpstr">
      <vt:lpstr>.AppleSystemUIFont</vt:lpstr>
      <vt:lpstr>Arial</vt:lpstr>
      <vt:lpstr>Garamond</vt:lpstr>
      <vt:lpstr>Wingdings</vt:lpstr>
      <vt:lpstr>UCSF Classic</vt:lpstr>
      <vt:lpstr>UCSF Contemporary Pattern 1</vt:lpstr>
      <vt:lpstr>(title) PowerPoint Template</vt:lpstr>
      <vt:lpstr>PowerPoint Presentation</vt:lpstr>
      <vt:lpstr>Design Themes</vt:lpstr>
      <vt:lpstr>Options and Usage Instructions</vt:lpstr>
      <vt:lpstr>Additional Brand Guidelines</vt:lpstr>
      <vt:lpstr>Saving Your Presentation</vt:lpstr>
    </vt:vector>
  </TitlesOfParts>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your template!</dc:title>
  <dc:subject>Presentation Template</dc:subject>
  <dc:creator>Microsoft Office User</dc:creator>
  <dc:description>Derek MacDavid | derek@bigpicdesign.com</dc:description>
  <cp:lastModifiedBy>Scott Schwertly</cp:lastModifiedBy>
  <cp:revision>116</cp:revision>
  <dcterms:created xsi:type="dcterms:W3CDTF">2017-04-18T17:07:44Z</dcterms:created>
  <dcterms:modified xsi:type="dcterms:W3CDTF">2022-01-05T18:59:01Z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0x01010009BFD5D484ED57438231C5F4848B6EC7</vt:lpwstr>
  </property>
</Properties>
</file>